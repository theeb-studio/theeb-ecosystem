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1208" r:id="rId3"/>
    <p:sldId id="1209" r:id="rId4"/>
    <p:sldId id="1210" r:id="rId5"/>
    <p:sldId id="1211" r:id="rId6"/>
    <p:sldId id="1212" r:id="rId7"/>
    <p:sldId id="1217" r:id="rId8"/>
    <p:sldId id="1214" r:id="rId9"/>
    <p:sldId id="1215" r:id="rId10"/>
    <p:sldId id="1216" r:id="rId11"/>
    <p:sldId id="1218" r:id="rId12"/>
    <p:sldId id="1219" r:id="rId13"/>
    <p:sldId id="119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ACFD4"/>
    <a:srgbClr val="F6F6F6"/>
    <a:srgbClr val="86A6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77" autoAdjust="0"/>
    <p:restoredTop sz="86239" autoAdjust="0"/>
  </p:normalViewPr>
  <p:slideViewPr>
    <p:cSldViewPr snapToGrid="0">
      <p:cViewPr>
        <p:scale>
          <a:sx n="88" d="100"/>
          <a:sy n="88" d="100"/>
        </p:scale>
        <p:origin x="208"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egoe UI" panose="020B0502040204020203"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egoe UI" panose="020B0502040204020203" pitchFamily="34" charset="0"/>
              </a:defRPr>
            </a:lvl1pPr>
          </a:lstStyle>
          <a:p>
            <a:fld id="{ADB68500-EA10-4E66-9802-95FE1366F842}" type="datetimeFigureOut">
              <a:rPr lang="en-US" smtClean="0"/>
              <a:pPr/>
              <a:t>5/26/25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egoe UI" panose="020B0502040204020203"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egoe UI" panose="020B0502040204020203" pitchFamily="34" charset="0"/>
              </a:defRPr>
            </a:lvl1pPr>
          </a:lstStyle>
          <a:p>
            <a:fld id="{134D1101-E884-430C-BDA6-DCA14AF7BDDE}" type="slidenum">
              <a:rPr lang="en-US" smtClean="0"/>
              <a:pPr/>
              <a:t>‹#›</a:t>
            </a:fld>
            <a:endParaRPr lang="en-US" dirty="0"/>
          </a:p>
        </p:txBody>
      </p:sp>
    </p:spTree>
    <p:extLst>
      <p:ext uri="{BB962C8B-B14F-4D97-AF65-F5344CB8AC3E}">
        <p14:creationId xmlns:p14="http://schemas.microsoft.com/office/powerpoint/2010/main" val="1745089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Segoe UI" panose="020B0502040204020203" pitchFamily="34"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34D1101-E884-430C-BDA6-DCA14AF7BDDE}" type="slidenum">
              <a:rPr lang="en-US" smtClean="0"/>
              <a:pPr/>
              <a:t>10</a:t>
            </a:fld>
            <a:endParaRPr lang="en-US" dirty="0"/>
          </a:p>
        </p:txBody>
      </p:sp>
    </p:spTree>
    <p:extLst>
      <p:ext uri="{BB962C8B-B14F-4D97-AF65-F5344CB8AC3E}">
        <p14:creationId xmlns:p14="http://schemas.microsoft.com/office/powerpoint/2010/main" val="3941711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52BC8-F2FF-DE31-04FC-154A120871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EE634-823F-44AF-A517-C0EFCD35C1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DB5B21-B0B3-B842-2967-18F5E40A3B9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2C8AD68-151E-DE01-D11C-A228CA0D50C3}"/>
              </a:ext>
            </a:extLst>
          </p:cNvPr>
          <p:cNvSpPr>
            <a:spLocks noGrp="1"/>
          </p:cNvSpPr>
          <p:nvPr>
            <p:ph type="sldNum" sz="quarter" idx="5"/>
          </p:nvPr>
        </p:nvSpPr>
        <p:spPr/>
        <p:txBody>
          <a:bodyPr/>
          <a:lstStyle/>
          <a:p>
            <a:fld id="{134D1101-E884-430C-BDA6-DCA14AF7BDDE}" type="slidenum">
              <a:rPr lang="en-US" smtClean="0"/>
              <a:pPr/>
              <a:t>11</a:t>
            </a:fld>
            <a:endParaRPr lang="en-US" dirty="0"/>
          </a:p>
        </p:txBody>
      </p:sp>
    </p:spTree>
    <p:extLst>
      <p:ext uri="{BB962C8B-B14F-4D97-AF65-F5344CB8AC3E}">
        <p14:creationId xmlns:p14="http://schemas.microsoft.com/office/powerpoint/2010/main" val="1664117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4C62C-E3AA-856E-E0EE-85C9E4B71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1A791-FE7C-B07F-449A-0C28523A8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60D4B4-404A-642D-9B6B-ECA4A265300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525998E-EBFC-19E5-5DD3-F4A5F2387C38}"/>
              </a:ext>
            </a:extLst>
          </p:cNvPr>
          <p:cNvSpPr>
            <a:spLocks noGrp="1"/>
          </p:cNvSpPr>
          <p:nvPr>
            <p:ph type="sldNum" sz="quarter" idx="5"/>
          </p:nvPr>
        </p:nvSpPr>
        <p:spPr/>
        <p:txBody>
          <a:bodyPr/>
          <a:lstStyle/>
          <a:p>
            <a:fld id="{134D1101-E884-430C-BDA6-DCA14AF7BDDE}" type="slidenum">
              <a:rPr lang="en-US" smtClean="0"/>
              <a:pPr/>
              <a:t>12</a:t>
            </a:fld>
            <a:endParaRPr lang="en-US" dirty="0"/>
          </a:p>
        </p:txBody>
      </p:sp>
    </p:spTree>
    <p:extLst>
      <p:ext uri="{BB962C8B-B14F-4D97-AF65-F5344CB8AC3E}">
        <p14:creationId xmlns:p14="http://schemas.microsoft.com/office/powerpoint/2010/main" val="2081001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956B0-FC08-45C3-9373-F57041C3C4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F0FCAB-8F8A-44E5-99A8-5D7AEF336C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7A5D05-8BF1-4ACA-A82F-4F522B4FD300}"/>
              </a:ext>
            </a:extLst>
          </p:cNvPr>
          <p:cNvSpPr>
            <a:spLocks noGrp="1"/>
          </p:cNvSpPr>
          <p:nvPr>
            <p:ph type="dt" sz="half" idx="10"/>
          </p:nvPr>
        </p:nvSpPr>
        <p:spPr/>
        <p:txBody>
          <a:bodyPr/>
          <a:lstStyle/>
          <a:p>
            <a:fld id="{1CC5AB51-4EF4-469A-9F54-4222527338F8}" type="datetime1">
              <a:rPr lang="en-US" smtClean="0"/>
              <a:t>5/26/25</a:t>
            </a:fld>
            <a:endParaRPr lang="en-US"/>
          </a:p>
        </p:txBody>
      </p:sp>
      <p:sp>
        <p:nvSpPr>
          <p:cNvPr id="5" name="Footer Placeholder 4">
            <a:extLst>
              <a:ext uri="{FF2B5EF4-FFF2-40B4-BE49-F238E27FC236}">
                <a16:creationId xmlns:a16="http://schemas.microsoft.com/office/drawing/2014/main" id="{F5FDBA37-4CA7-4DB5-9841-6814E6A85A51}"/>
              </a:ext>
            </a:extLst>
          </p:cNvPr>
          <p:cNvSpPr>
            <a:spLocks noGrp="1"/>
          </p:cNvSpPr>
          <p:nvPr>
            <p:ph type="ftr" sz="quarter" idx="11"/>
          </p:nvPr>
        </p:nvSpPr>
        <p:spPr/>
        <p:txBody>
          <a:bodyPr/>
          <a:lstStyle/>
          <a:p>
            <a:r>
              <a:rPr lang="en-US"/>
              <a:t>CONFIDENTIAL &amp; PROPRIETARY</a:t>
            </a:r>
          </a:p>
        </p:txBody>
      </p:sp>
      <p:sp>
        <p:nvSpPr>
          <p:cNvPr id="6" name="Slide Number Placeholder 5">
            <a:extLst>
              <a:ext uri="{FF2B5EF4-FFF2-40B4-BE49-F238E27FC236}">
                <a16:creationId xmlns:a16="http://schemas.microsoft.com/office/drawing/2014/main" id="{766A323C-6503-40B0-BAEF-AD8D50EEEC89}"/>
              </a:ext>
            </a:extLst>
          </p:cNvPr>
          <p:cNvSpPr>
            <a:spLocks noGrp="1"/>
          </p:cNvSpPr>
          <p:nvPr>
            <p:ph type="sldNum" sz="quarter" idx="12"/>
          </p:nvPr>
        </p:nvSpPr>
        <p:spPr/>
        <p:txBody>
          <a:bodyPr/>
          <a:lstStyle/>
          <a:p>
            <a:fld id="{93C6B93B-5745-42D8-B6E2-663B928A41E8}" type="slidenum">
              <a:rPr lang="en-US" smtClean="0"/>
              <a:t>‹#›</a:t>
            </a:fld>
            <a:endParaRPr lang="en-US"/>
          </a:p>
        </p:txBody>
      </p:sp>
    </p:spTree>
    <p:extLst>
      <p:ext uri="{BB962C8B-B14F-4D97-AF65-F5344CB8AC3E}">
        <p14:creationId xmlns:p14="http://schemas.microsoft.com/office/powerpoint/2010/main" val="281398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0EBA498-BF11-4D3F-A411-E24A95F4919C}"/>
              </a:ext>
            </a:extLst>
          </p:cNvPr>
          <p:cNvSpPr/>
          <p:nvPr userDrawn="1"/>
        </p:nvSpPr>
        <p:spPr>
          <a:xfrm>
            <a:off x="254306" y="887412"/>
            <a:ext cx="11683388" cy="5360988"/>
          </a:xfrm>
          <a:prstGeom prst="rect">
            <a:avLst/>
          </a:prstGeom>
          <a:solidFill>
            <a:schemeClr val="bg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1DDF1E-CB6F-4CDD-8D49-9816637F7440}"/>
              </a:ext>
            </a:extLst>
          </p:cNvPr>
          <p:cNvSpPr>
            <a:spLocks noGrp="1"/>
          </p:cNvSpPr>
          <p:nvPr>
            <p:ph type="title" hasCustomPrompt="1"/>
          </p:nvPr>
        </p:nvSpPr>
        <p:spPr>
          <a:xfrm>
            <a:off x="254306" y="247650"/>
            <a:ext cx="11683387" cy="460375"/>
          </a:xfrm>
          <a:noFill/>
        </p:spPr>
        <p:txBody>
          <a:bodyPr>
            <a:noAutofit/>
          </a:bodyPr>
          <a:lstStyle>
            <a:lvl1pPr>
              <a:defRPr sz="2800" b="1" spc="100" baseline="0">
                <a:gradFill>
                  <a:gsLst>
                    <a:gs pos="100000">
                      <a:schemeClr val="accent1"/>
                    </a:gs>
                    <a:gs pos="0">
                      <a:schemeClr val="accent3"/>
                    </a:gs>
                  </a:gsLst>
                  <a:path path="circle">
                    <a:fillToRect l="100000" b="100000"/>
                  </a:path>
                </a:gra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12FE4A2-AB1E-4A16-942B-21054B5A87C5}"/>
              </a:ext>
            </a:extLst>
          </p:cNvPr>
          <p:cNvSpPr>
            <a:spLocks noGrp="1"/>
          </p:cNvSpPr>
          <p:nvPr>
            <p:ph idx="1"/>
          </p:nvPr>
        </p:nvSpPr>
        <p:spPr>
          <a:xfrm>
            <a:off x="562687" y="1253331"/>
            <a:ext cx="11066626" cy="4717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F7A3EA-831E-40A8-B8B6-E3AA0022876B}"/>
              </a:ext>
            </a:extLst>
          </p:cNvPr>
          <p:cNvSpPr>
            <a:spLocks noGrp="1"/>
          </p:cNvSpPr>
          <p:nvPr>
            <p:ph type="dt" sz="half" idx="10"/>
          </p:nvPr>
        </p:nvSpPr>
        <p:spPr/>
        <p:txBody>
          <a:bodyPr/>
          <a:lstStyle/>
          <a:p>
            <a:fld id="{10E99DD9-834D-4C8A-9330-E771AF1BF33E}" type="datetime1">
              <a:rPr lang="en-US" smtClean="0"/>
              <a:t>5/26/25</a:t>
            </a:fld>
            <a:endParaRPr lang="en-US"/>
          </a:p>
        </p:txBody>
      </p:sp>
      <p:sp>
        <p:nvSpPr>
          <p:cNvPr id="5" name="Footer Placeholder 4">
            <a:extLst>
              <a:ext uri="{FF2B5EF4-FFF2-40B4-BE49-F238E27FC236}">
                <a16:creationId xmlns:a16="http://schemas.microsoft.com/office/drawing/2014/main" id="{C6931D36-4974-4458-81E3-D52DBDDA8232}"/>
              </a:ext>
            </a:extLst>
          </p:cNvPr>
          <p:cNvSpPr>
            <a:spLocks noGrp="1"/>
          </p:cNvSpPr>
          <p:nvPr>
            <p:ph type="ftr" sz="quarter" idx="11"/>
          </p:nvPr>
        </p:nvSpPr>
        <p:spPr/>
        <p:txBody>
          <a:bodyPr/>
          <a:lstStyle/>
          <a:p>
            <a:r>
              <a:rPr lang="en-US"/>
              <a:t>CONFIDENTIAL &amp; PROPRIETARY</a:t>
            </a:r>
          </a:p>
        </p:txBody>
      </p:sp>
      <p:sp>
        <p:nvSpPr>
          <p:cNvPr id="6" name="Slide Number Placeholder 5">
            <a:extLst>
              <a:ext uri="{FF2B5EF4-FFF2-40B4-BE49-F238E27FC236}">
                <a16:creationId xmlns:a16="http://schemas.microsoft.com/office/drawing/2014/main" id="{BC546012-6540-4CA1-A718-E93A627CB4A2}"/>
              </a:ext>
            </a:extLst>
          </p:cNvPr>
          <p:cNvSpPr>
            <a:spLocks noGrp="1"/>
          </p:cNvSpPr>
          <p:nvPr>
            <p:ph type="sldNum" sz="quarter" idx="12"/>
          </p:nvPr>
        </p:nvSpPr>
        <p:spPr/>
        <p:txBody>
          <a:bodyPr/>
          <a:lstStyle/>
          <a:p>
            <a:fld id="{93C6B93B-5745-42D8-B6E2-663B928A41E8}" type="slidenum">
              <a:rPr lang="en-US" smtClean="0"/>
              <a:t>‹#›</a:t>
            </a:fld>
            <a:endParaRPr lang="en-US"/>
          </a:p>
        </p:txBody>
      </p:sp>
    </p:spTree>
    <p:extLst>
      <p:ext uri="{BB962C8B-B14F-4D97-AF65-F5344CB8AC3E}">
        <p14:creationId xmlns:p14="http://schemas.microsoft.com/office/powerpoint/2010/main" val="3446527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AD751-0C0F-40F7-810F-94BDED833C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5EBAAB8-EBCF-496D-9D3D-906176D2DB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611FFF-495B-435F-B5C2-6DB41EF62B87}"/>
              </a:ext>
            </a:extLst>
          </p:cNvPr>
          <p:cNvSpPr>
            <a:spLocks noGrp="1"/>
          </p:cNvSpPr>
          <p:nvPr>
            <p:ph type="dt" sz="half" idx="10"/>
          </p:nvPr>
        </p:nvSpPr>
        <p:spPr/>
        <p:txBody>
          <a:bodyPr/>
          <a:lstStyle/>
          <a:p>
            <a:fld id="{B1D0AEEB-14AC-478C-93B0-8D56D7EBE489}" type="datetime1">
              <a:rPr lang="en-US" smtClean="0"/>
              <a:t>5/26/25</a:t>
            </a:fld>
            <a:endParaRPr lang="en-US"/>
          </a:p>
        </p:txBody>
      </p:sp>
      <p:sp>
        <p:nvSpPr>
          <p:cNvPr id="5" name="Footer Placeholder 4">
            <a:extLst>
              <a:ext uri="{FF2B5EF4-FFF2-40B4-BE49-F238E27FC236}">
                <a16:creationId xmlns:a16="http://schemas.microsoft.com/office/drawing/2014/main" id="{868ABD15-CE93-42F0-85E1-EDA0BE037CF4}"/>
              </a:ext>
            </a:extLst>
          </p:cNvPr>
          <p:cNvSpPr>
            <a:spLocks noGrp="1"/>
          </p:cNvSpPr>
          <p:nvPr>
            <p:ph type="ftr" sz="quarter" idx="11"/>
          </p:nvPr>
        </p:nvSpPr>
        <p:spPr/>
        <p:txBody>
          <a:bodyPr/>
          <a:lstStyle/>
          <a:p>
            <a:r>
              <a:rPr lang="en-US"/>
              <a:t>CONFIDENTIAL &amp; PROPRIETARY</a:t>
            </a:r>
          </a:p>
        </p:txBody>
      </p:sp>
      <p:sp>
        <p:nvSpPr>
          <p:cNvPr id="6" name="Slide Number Placeholder 5">
            <a:extLst>
              <a:ext uri="{FF2B5EF4-FFF2-40B4-BE49-F238E27FC236}">
                <a16:creationId xmlns:a16="http://schemas.microsoft.com/office/drawing/2014/main" id="{8609E349-302A-43EA-A8F3-1E36B3494657}"/>
              </a:ext>
            </a:extLst>
          </p:cNvPr>
          <p:cNvSpPr>
            <a:spLocks noGrp="1"/>
          </p:cNvSpPr>
          <p:nvPr>
            <p:ph type="sldNum" sz="quarter" idx="12"/>
          </p:nvPr>
        </p:nvSpPr>
        <p:spPr/>
        <p:txBody>
          <a:bodyPr/>
          <a:lstStyle/>
          <a:p>
            <a:fld id="{93C6B93B-5745-42D8-B6E2-663B928A41E8}" type="slidenum">
              <a:rPr lang="en-US" smtClean="0"/>
              <a:t>‹#›</a:t>
            </a:fld>
            <a:endParaRPr lang="en-US"/>
          </a:p>
        </p:txBody>
      </p:sp>
    </p:spTree>
    <p:extLst>
      <p:ext uri="{BB962C8B-B14F-4D97-AF65-F5344CB8AC3E}">
        <p14:creationId xmlns:p14="http://schemas.microsoft.com/office/powerpoint/2010/main" val="1204201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4687C-C47C-4BF9-9E27-7CD8FB5D56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189DF1-2872-4100-87EF-2A85C1EC55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80E03E-9650-4742-81D8-6F83C77AC7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F26CD4-20BD-4570-AB70-9C6DEEBD5292}"/>
              </a:ext>
            </a:extLst>
          </p:cNvPr>
          <p:cNvSpPr>
            <a:spLocks noGrp="1"/>
          </p:cNvSpPr>
          <p:nvPr>
            <p:ph type="dt" sz="half" idx="10"/>
          </p:nvPr>
        </p:nvSpPr>
        <p:spPr/>
        <p:txBody>
          <a:bodyPr/>
          <a:lstStyle/>
          <a:p>
            <a:fld id="{88BBBE5D-C0E6-4A03-B19C-52ABB60062F1}" type="datetime1">
              <a:rPr lang="en-US" smtClean="0"/>
              <a:t>5/26/25</a:t>
            </a:fld>
            <a:endParaRPr lang="en-US"/>
          </a:p>
        </p:txBody>
      </p:sp>
      <p:sp>
        <p:nvSpPr>
          <p:cNvPr id="6" name="Footer Placeholder 5">
            <a:extLst>
              <a:ext uri="{FF2B5EF4-FFF2-40B4-BE49-F238E27FC236}">
                <a16:creationId xmlns:a16="http://schemas.microsoft.com/office/drawing/2014/main" id="{9C907565-B609-4289-ADD3-6E4C5FEAB8CB}"/>
              </a:ext>
            </a:extLst>
          </p:cNvPr>
          <p:cNvSpPr>
            <a:spLocks noGrp="1"/>
          </p:cNvSpPr>
          <p:nvPr>
            <p:ph type="ftr" sz="quarter" idx="11"/>
          </p:nvPr>
        </p:nvSpPr>
        <p:spPr/>
        <p:txBody>
          <a:bodyPr/>
          <a:lstStyle/>
          <a:p>
            <a:r>
              <a:rPr lang="en-US"/>
              <a:t>CONFIDENTIAL &amp; PROPRIETARY</a:t>
            </a:r>
          </a:p>
        </p:txBody>
      </p:sp>
      <p:sp>
        <p:nvSpPr>
          <p:cNvPr id="7" name="Slide Number Placeholder 6">
            <a:extLst>
              <a:ext uri="{FF2B5EF4-FFF2-40B4-BE49-F238E27FC236}">
                <a16:creationId xmlns:a16="http://schemas.microsoft.com/office/drawing/2014/main" id="{1FC1CEE3-8641-4B58-9801-7E15C0735851}"/>
              </a:ext>
            </a:extLst>
          </p:cNvPr>
          <p:cNvSpPr>
            <a:spLocks noGrp="1"/>
          </p:cNvSpPr>
          <p:nvPr>
            <p:ph type="sldNum" sz="quarter" idx="12"/>
          </p:nvPr>
        </p:nvSpPr>
        <p:spPr/>
        <p:txBody>
          <a:bodyPr/>
          <a:lstStyle/>
          <a:p>
            <a:fld id="{93C6B93B-5745-42D8-B6E2-663B928A41E8}" type="slidenum">
              <a:rPr lang="en-US" smtClean="0"/>
              <a:t>‹#›</a:t>
            </a:fld>
            <a:endParaRPr lang="en-US"/>
          </a:p>
        </p:txBody>
      </p:sp>
    </p:spTree>
    <p:extLst>
      <p:ext uri="{BB962C8B-B14F-4D97-AF65-F5344CB8AC3E}">
        <p14:creationId xmlns:p14="http://schemas.microsoft.com/office/powerpoint/2010/main" val="748001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0DCB4-A7C3-4316-8D24-53BAC474B8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635C35-346F-4027-AAA8-58648B4EA9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D19D2B-3236-4046-8179-C394DB493E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E65FBE-8DBF-48AE-B488-489583F387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CA5184-83E2-4874-A5E4-AFA0D755B2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C3CA7F-F6A3-4C3B-862F-BA70E20F7639}"/>
              </a:ext>
            </a:extLst>
          </p:cNvPr>
          <p:cNvSpPr>
            <a:spLocks noGrp="1"/>
          </p:cNvSpPr>
          <p:nvPr>
            <p:ph type="dt" sz="half" idx="10"/>
          </p:nvPr>
        </p:nvSpPr>
        <p:spPr/>
        <p:txBody>
          <a:bodyPr/>
          <a:lstStyle/>
          <a:p>
            <a:fld id="{62DBDE46-6294-4546-833A-A47AB7070B18}" type="datetime1">
              <a:rPr lang="en-US" smtClean="0"/>
              <a:t>5/26/25</a:t>
            </a:fld>
            <a:endParaRPr lang="en-US"/>
          </a:p>
        </p:txBody>
      </p:sp>
      <p:sp>
        <p:nvSpPr>
          <p:cNvPr id="8" name="Footer Placeholder 7">
            <a:extLst>
              <a:ext uri="{FF2B5EF4-FFF2-40B4-BE49-F238E27FC236}">
                <a16:creationId xmlns:a16="http://schemas.microsoft.com/office/drawing/2014/main" id="{41D5A621-3A6E-4119-B573-3A02EE3A14E4}"/>
              </a:ext>
            </a:extLst>
          </p:cNvPr>
          <p:cNvSpPr>
            <a:spLocks noGrp="1"/>
          </p:cNvSpPr>
          <p:nvPr>
            <p:ph type="ftr" sz="quarter" idx="11"/>
          </p:nvPr>
        </p:nvSpPr>
        <p:spPr/>
        <p:txBody>
          <a:bodyPr/>
          <a:lstStyle/>
          <a:p>
            <a:r>
              <a:rPr lang="en-US"/>
              <a:t>CONFIDENTIAL &amp; PROPRIETARY</a:t>
            </a:r>
          </a:p>
        </p:txBody>
      </p:sp>
      <p:sp>
        <p:nvSpPr>
          <p:cNvPr id="9" name="Slide Number Placeholder 8">
            <a:extLst>
              <a:ext uri="{FF2B5EF4-FFF2-40B4-BE49-F238E27FC236}">
                <a16:creationId xmlns:a16="http://schemas.microsoft.com/office/drawing/2014/main" id="{41465901-BFED-4E32-9FC1-974A6690C584}"/>
              </a:ext>
            </a:extLst>
          </p:cNvPr>
          <p:cNvSpPr>
            <a:spLocks noGrp="1"/>
          </p:cNvSpPr>
          <p:nvPr>
            <p:ph type="sldNum" sz="quarter" idx="12"/>
          </p:nvPr>
        </p:nvSpPr>
        <p:spPr/>
        <p:txBody>
          <a:bodyPr/>
          <a:lstStyle/>
          <a:p>
            <a:fld id="{93C6B93B-5745-42D8-B6E2-663B928A41E8}" type="slidenum">
              <a:rPr lang="en-US" smtClean="0"/>
              <a:t>‹#›</a:t>
            </a:fld>
            <a:endParaRPr lang="en-US"/>
          </a:p>
        </p:txBody>
      </p:sp>
    </p:spTree>
    <p:extLst>
      <p:ext uri="{BB962C8B-B14F-4D97-AF65-F5344CB8AC3E}">
        <p14:creationId xmlns:p14="http://schemas.microsoft.com/office/powerpoint/2010/main" val="125748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A810A-8374-4BFE-86E8-CD06CA5F12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827D80-79C4-435D-B7D5-5C6BADBD3A92}"/>
              </a:ext>
            </a:extLst>
          </p:cNvPr>
          <p:cNvSpPr>
            <a:spLocks noGrp="1"/>
          </p:cNvSpPr>
          <p:nvPr>
            <p:ph type="dt" sz="half" idx="10"/>
          </p:nvPr>
        </p:nvSpPr>
        <p:spPr/>
        <p:txBody>
          <a:bodyPr/>
          <a:lstStyle/>
          <a:p>
            <a:fld id="{77F1E18D-6229-41CE-A919-A727F20DBA72}" type="datetime1">
              <a:rPr lang="en-US" smtClean="0"/>
              <a:t>5/26/25</a:t>
            </a:fld>
            <a:endParaRPr lang="en-US"/>
          </a:p>
        </p:txBody>
      </p:sp>
      <p:sp>
        <p:nvSpPr>
          <p:cNvPr id="4" name="Footer Placeholder 3">
            <a:extLst>
              <a:ext uri="{FF2B5EF4-FFF2-40B4-BE49-F238E27FC236}">
                <a16:creationId xmlns:a16="http://schemas.microsoft.com/office/drawing/2014/main" id="{F44FE691-5313-43F5-9AB7-C0F3903E675B}"/>
              </a:ext>
            </a:extLst>
          </p:cNvPr>
          <p:cNvSpPr>
            <a:spLocks noGrp="1"/>
          </p:cNvSpPr>
          <p:nvPr>
            <p:ph type="ftr" sz="quarter" idx="11"/>
          </p:nvPr>
        </p:nvSpPr>
        <p:spPr/>
        <p:txBody>
          <a:bodyPr/>
          <a:lstStyle/>
          <a:p>
            <a:r>
              <a:rPr lang="en-US"/>
              <a:t>CONFIDENTIAL &amp; PROPRIETARY</a:t>
            </a:r>
          </a:p>
        </p:txBody>
      </p:sp>
      <p:sp>
        <p:nvSpPr>
          <p:cNvPr id="5" name="Slide Number Placeholder 4">
            <a:extLst>
              <a:ext uri="{FF2B5EF4-FFF2-40B4-BE49-F238E27FC236}">
                <a16:creationId xmlns:a16="http://schemas.microsoft.com/office/drawing/2014/main" id="{9AB0B821-4856-494C-95FE-80E065851C19}"/>
              </a:ext>
            </a:extLst>
          </p:cNvPr>
          <p:cNvSpPr>
            <a:spLocks noGrp="1"/>
          </p:cNvSpPr>
          <p:nvPr>
            <p:ph type="sldNum" sz="quarter" idx="12"/>
          </p:nvPr>
        </p:nvSpPr>
        <p:spPr/>
        <p:txBody>
          <a:bodyPr/>
          <a:lstStyle/>
          <a:p>
            <a:fld id="{93C6B93B-5745-42D8-B6E2-663B928A41E8}" type="slidenum">
              <a:rPr lang="en-US" smtClean="0"/>
              <a:t>‹#›</a:t>
            </a:fld>
            <a:endParaRPr lang="en-US"/>
          </a:p>
        </p:txBody>
      </p:sp>
    </p:spTree>
    <p:extLst>
      <p:ext uri="{BB962C8B-B14F-4D97-AF65-F5344CB8AC3E}">
        <p14:creationId xmlns:p14="http://schemas.microsoft.com/office/powerpoint/2010/main" val="1556949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C5146E-CD1E-47A1-BABB-CDF3A70D6F79}"/>
              </a:ext>
            </a:extLst>
          </p:cNvPr>
          <p:cNvSpPr>
            <a:spLocks noGrp="1"/>
          </p:cNvSpPr>
          <p:nvPr>
            <p:ph type="dt" sz="half" idx="10"/>
          </p:nvPr>
        </p:nvSpPr>
        <p:spPr/>
        <p:txBody>
          <a:bodyPr/>
          <a:lstStyle/>
          <a:p>
            <a:fld id="{FE031D3E-FA55-4E8F-8C37-DFC74C09F870}" type="datetime1">
              <a:rPr lang="en-US" smtClean="0"/>
              <a:t>5/26/25</a:t>
            </a:fld>
            <a:endParaRPr lang="en-US"/>
          </a:p>
        </p:txBody>
      </p:sp>
      <p:sp>
        <p:nvSpPr>
          <p:cNvPr id="3" name="Footer Placeholder 2">
            <a:extLst>
              <a:ext uri="{FF2B5EF4-FFF2-40B4-BE49-F238E27FC236}">
                <a16:creationId xmlns:a16="http://schemas.microsoft.com/office/drawing/2014/main" id="{9E2D6A6D-1BA4-43A4-8D32-7248419ABF5D}"/>
              </a:ext>
            </a:extLst>
          </p:cNvPr>
          <p:cNvSpPr>
            <a:spLocks noGrp="1"/>
          </p:cNvSpPr>
          <p:nvPr>
            <p:ph type="ftr" sz="quarter" idx="11"/>
          </p:nvPr>
        </p:nvSpPr>
        <p:spPr/>
        <p:txBody>
          <a:bodyPr/>
          <a:lstStyle/>
          <a:p>
            <a:r>
              <a:rPr lang="en-US"/>
              <a:t>CONFIDENTIAL &amp; PROPRIETARY</a:t>
            </a:r>
          </a:p>
        </p:txBody>
      </p:sp>
      <p:sp>
        <p:nvSpPr>
          <p:cNvPr id="4" name="Slide Number Placeholder 3">
            <a:extLst>
              <a:ext uri="{FF2B5EF4-FFF2-40B4-BE49-F238E27FC236}">
                <a16:creationId xmlns:a16="http://schemas.microsoft.com/office/drawing/2014/main" id="{9BEBA6DE-CF84-43A9-997A-D9B34FD27D0F}"/>
              </a:ext>
            </a:extLst>
          </p:cNvPr>
          <p:cNvSpPr>
            <a:spLocks noGrp="1"/>
          </p:cNvSpPr>
          <p:nvPr>
            <p:ph type="sldNum" sz="quarter" idx="12"/>
          </p:nvPr>
        </p:nvSpPr>
        <p:spPr/>
        <p:txBody>
          <a:bodyPr/>
          <a:lstStyle/>
          <a:p>
            <a:fld id="{93C6B93B-5745-42D8-B6E2-663B928A41E8}" type="slidenum">
              <a:rPr lang="en-US" smtClean="0"/>
              <a:t>‹#›</a:t>
            </a:fld>
            <a:endParaRPr lang="en-US"/>
          </a:p>
        </p:txBody>
      </p:sp>
    </p:spTree>
    <p:extLst>
      <p:ext uri="{BB962C8B-B14F-4D97-AF65-F5344CB8AC3E}">
        <p14:creationId xmlns:p14="http://schemas.microsoft.com/office/powerpoint/2010/main" val="1903013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426CF-54B5-4932-A4EE-065410C7FF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C4D8F2C-7C79-4DFA-9099-886C1D8D54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5A1367-E25F-439A-B103-1E083E3F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C09C31-0994-4FAB-ACF6-2ED2D1F15E7E}"/>
              </a:ext>
            </a:extLst>
          </p:cNvPr>
          <p:cNvSpPr>
            <a:spLocks noGrp="1"/>
          </p:cNvSpPr>
          <p:nvPr>
            <p:ph type="dt" sz="half" idx="10"/>
          </p:nvPr>
        </p:nvSpPr>
        <p:spPr/>
        <p:txBody>
          <a:bodyPr/>
          <a:lstStyle/>
          <a:p>
            <a:fld id="{E218B334-8C2B-4980-BA43-B6F7C9553C65}" type="datetime1">
              <a:rPr lang="en-US" smtClean="0"/>
              <a:t>5/26/25</a:t>
            </a:fld>
            <a:endParaRPr lang="en-US"/>
          </a:p>
        </p:txBody>
      </p:sp>
      <p:sp>
        <p:nvSpPr>
          <p:cNvPr id="6" name="Footer Placeholder 5">
            <a:extLst>
              <a:ext uri="{FF2B5EF4-FFF2-40B4-BE49-F238E27FC236}">
                <a16:creationId xmlns:a16="http://schemas.microsoft.com/office/drawing/2014/main" id="{99334B0E-465B-40BA-8FB1-DC61213E18B5}"/>
              </a:ext>
            </a:extLst>
          </p:cNvPr>
          <p:cNvSpPr>
            <a:spLocks noGrp="1"/>
          </p:cNvSpPr>
          <p:nvPr>
            <p:ph type="ftr" sz="quarter" idx="11"/>
          </p:nvPr>
        </p:nvSpPr>
        <p:spPr/>
        <p:txBody>
          <a:bodyPr/>
          <a:lstStyle/>
          <a:p>
            <a:r>
              <a:rPr lang="en-US"/>
              <a:t>CONFIDENTIAL &amp; PROPRIETARY</a:t>
            </a:r>
          </a:p>
        </p:txBody>
      </p:sp>
      <p:sp>
        <p:nvSpPr>
          <p:cNvPr id="7" name="Slide Number Placeholder 6">
            <a:extLst>
              <a:ext uri="{FF2B5EF4-FFF2-40B4-BE49-F238E27FC236}">
                <a16:creationId xmlns:a16="http://schemas.microsoft.com/office/drawing/2014/main" id="{00E2EB7B-32BA-4208-8963-D351D4B9C3E3}"/>
              </a:ext>
            </a:extLst>
          </p:cNvPr>
          <p:cNvSpPr>
            <a:spLocks noGrp="1"/>
          </p:cNvSpPr>
          <p:nvPr>
            <p:ph type="sldNum" sz="quarter" idx="12"/>
          </p:nvPr>
        </p:nvSpPr>
        <p:spPr/>
        <p:txBody>
          <a:bodyPr/>
          <a:lstStyle/>
          <a:p>
            <a:fld id="{93C6B93B-5745-42D8-B6E2-663B928A41E8}" type="slidenum">
              <a:rPr lang="en-US" smtClean="0"/>
              <a:t>‹#›</a:t>
            </a:fld>
            <a:endParaRPr lang="en-US"/>
          </a:p>
        </p:txBody>
      </p:sp>
    </p:spTree>
    <p:extLst>
      <p:ext uri="{BB962C8B-B14F-4D97-AF65-F5344CB8AC3E}">
        <p14:creationId xmlns:p14="http://schemas.microsoft.com/office/powerpoint/2010/main" val="1547013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5655D-F8ED-4305-BD5A-185F66144C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93546B-0A2D-465A-B019-5E986EBB48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49F500-B4DD-4D5C-97A9-20601B817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664353-C8C0-4431-9CB9-9BE02CC9E69E}"/>
              </a:ext>
            </a:extLst>
          </p:cNvPr>
          <p:cNvSpPr>
            <a:spLocks noGrp="1"/>
          </p:cNvSpPr>
          <p:nvPr>
            <p:ph type="dt" sz="half" idx="10"/>
          </p:nvPr>
        </p:nvSpPr>
        <p:spPr/>
        <p:txBody>
          <a:bodyPr/>
          <a:lstStyle/>
          <a:p>
            <a:fld id="{0068E6C9-AE28-40F0-9824-ACB51A333D76}" type="datetime1">
              <a:rPr lang="en-US" smtClean="0"/>
              <a:t>5/26/25</a:t>
            </a:fld>
            <a:endParaRPr lang="en-US"/>
          </a:p>
        </p:txBody>
      </p:sp>
      <p:sp>
        <p:nvSpPr>
          <p:cNvPr id="6" name="Footer Placeholder 5">
            <a:extLst>
              <a:ext uri="{FF2B5EF4-FFF2-40B4-BE49-F238E27FC236}">
                <a16:creationId xmlns:a16="http://schemas.microsoft.com/office/drawing/2014/main" id="{78B28169-16D3-457F-AE43-DCC65F1BC43E}"/>
              </a:ext>
            </a:extLst>
          </p:cNvPr>
          <p:cNvSpPr>
            <a:spLocks noGrp="1"/>
          </p:cNvSpPr>
          <p:nvPr>
            <p:ph type="ftr" sz="quarter" idx="11"/>
          </p:nvPr>
        </p:nvSpPr>
        <p:spPr/>
        <p:txBody>
          <a:bodyPr/>
          <a:lstStyle/>
          <a:p>
            <a:r>
              <a:rPr lang="en-US"/>
              <a:t>CONFIDENTIAL &amp; PROPRIETARY</a:t>
            </a:r>
          </a:p>
        </p:txBody>
      </p:sp>
      <p:sp>
        <p:nvSpPr>
          <p:cNvPr id="7" name="Slide Number Placeholder 6">
            <a:extLst>
              <a:ext uri="{FF2B5EF4-FFF2-40B4-BE49-F238E27FC236}">
                <a16:creationId xmlns:a16="http://schemas.microsoft.com/office/drawing/2014/main" id="{B3418AF9-4F90-4118-91ED-74E5BDF8FF09}"/>
              </a:ext>
            </a:extLst>
          </p:cNvPr>
          <p:cNvSpPr>
            <a:spLocks noGrp="1"/>
          </p:cNvSpPr>
          <p:nvPr>
            <p:ph type="sldNum" sz="quarter" idx="12"/>
          </p:nvPr>
        </p:nvSpPr>
        <p:spPr/>
        <p:txBody>
          <a:bodyPr/>
          <a:lstStyle/>
          <a:p>
            <a:fld id="{93C6B93B-5745-42D8-B6E2-663B928A41E8}" type="slidenum">
              <a:rPr lang="en-US" smtClean="0"/>
              <a:t>‹#›</a:t>
            </a:fld>
            <a:endParaRPr lang="en-US"/>
          </a:p>
        </p:txBody>
      </p:sp>
    </p:spTree>
    <p:extLst>
      <p:ext uri="{BB962C8B-B14F-4D97-AF65-F5344CB8AC3E}">
        <p14:creationId xmlns:p14="http://schemas.microsoft.com/office/powerpoint/2010/main" val="3502318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EA788-E0B3-4644-A699-331C6A5A68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9DA834-790F-4ABB-92AF-BFC6EA0236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EC98FB-6A07-4E1C-B97C-70E68065C049}"/>
              </a:ext>
            </a:extLst>
          </p:cNvPr>
          <p:cNvSpPr>
            <a:spLocks noGrp="1"/>
          </p:cNvSpPr>
          <p:nvPr>
            <p:ph type="dt" sz="half" idx="10"/>
          </p:nvPr>
        </p:nvSpPr>
        <p:spPr/>
        <p:txBody>
          <a:bodyPr/>
          <a:lstStyle/>
          <a:p>
            <a:fld id="{A733021A-5370-4BCD-B54E-6D44F755D21F}" type="datetime1">
              <a:rPr lang="en-US" smtClean="0"/>
              <a:t>5/26/25</a:t>
            </a:fld>
            <a:endParaRPr lang="en-US"/>
          </a:p>
        </p:txBody>
      </p:sp>
      <p:sp>
        <p:nvSpPr>
          <p:cNvPr id="5" name="Footer Placeholder 4">
            <a:extLst>
              <a:ext uri="{FF2B5EF4-FFF2-40B4-BE49-F238E27FC236}">
                <a16:creationId xmlns:a16="http://schemas.microsoft.com/office/drawing/2014/main" id="{8AB0E895-6226-4FD4-A23F-4D0779F85A5B}"/>
              </a:ext>
            </a:extLst>
          </p:cNvPr>
          <p:cNvSpPr>
            <a:spLocks noGrp="1"/>
          </p:cNvSpPr>
          <p:nvPr>
            <p:ph type="ftr" sz="quarter" idx="11"/>
          </p:nvPr>
        </p:nvSpPr>
        <p:spPr/>
        <p:txBody>
          <a:bodyPr/>
          <a:lstStyle/>
          <a:p>
            <a:r>
              <a:rPr lang="en-US"/>
              <a:t>CONFIDENTIAL &amp; PROPRIETARY</a:t>
            </a:r>
          </a:p>
        </p:txBody>
      </p:sp>
      <p:sp>
        <p:nvSpPr>
          <p:cNvPr id="6" name="Slide Number Placeholder 5">
            <a:extLst>
              <a:ext uri="{FF2B5EF4-FFF2-40B4-BE49-F238E27FC236}">
                <a16:creationId xmlns:a16="http://schemas.microsoft.com/office/drawing/2014/main" id="{65B415B2-CAB2-4744-AAF4-E7D943F17210}"/>
              </a:ext>
            </a:extLst>
          </p:cNvPr>
          <p:cNvSpPr>
            <a:spLocks noGrp="1"/>
          </p:cNvSpPr>
          <p:nvPr>
            <p:ph type="sldNum" sz="quarter" idx="12"/>
          </p:nvPr>
        </p:nvSpPr>
        <p:spPr/>
        <p:txBody>
          <a:bodyPr/>
          <a:lstStyle/>
          <a:p>
            <a:fld id="{93C6B93B-5745-42D8-B6E2-663B928A41E8}" type="slidenum">
              <a:rPr lang="en-US" smtClean="0"/>
              <a:t>‹#›</a:t>
            </a:fld>
            <a:endParaRPr lang="en-US"/>
          </a:p>
        </p:txBody>
      </p:sp>
    </p:spTree>
    <p:extLst>
      <p:ext uri="{BB962C8B-B14F-4D97-AF65-F5344CB8AC3E}">
        <p14:creationId xmlns:p14="http://schemas.microsoft.com/office/powerpoint/2010/main" val="2530130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11EA7B-3959-4124-811D-A737D44650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0AD1B3-1DEA-4172-BE2F-8E2D3B1EEB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ED706E-76D3-4D5E-95B1-F38CB9107075}"/>
              </a:ext>
            </a:extLst>
          </p:cNvPr>
          <p:cNvSpPr>
            <a:spLocks noGrp="1"/>
          </p:cNvSpPr>
          <p:nvPr>
            <p:ph type="dt" sz="half" idx="10"/>
          </p:nvPr>
        </p:nvSpPr>
        <p:spPr/>
        <p:txBody>
          <a:bodyPr/>
          <a:lstStyle/>
          <a:p>
            <a:fld id="{A5C7862C-F5D7-43DD-9A30-0BFABB92536C}" type="datetime1">
              <a:rPr lang="en-US" smtClean="0"/>
              <a:t>5/26/25</a:t>
            </a:fld>
            <a:endParaRPr lang="en-US"/>
          </a:p>
        </p:txBody>
      </p:sp>
      <p:sp>
        <p:nvSpPr>
          <p:cNvPr id="5" name="Footer Placeholder 4">
            <a:extLst>
              <a:ext uri="{FF2B5EF4-FFF2-40B4-BE49-F238E27FC236}">
                <a16:creationId xmlns:a16="http://schemas.microsoft.com/office/drawing/2014/main" id="{C9344FC5-3A7B-4BCE-AD25-EBA31163834A}"/>
              </a:ext>
            </a:extLst>
          </p:cNvPr>
          <p:cNvSpPr>
            <a:spLocks noGrp="1"/>
          </p:cNvSpPr>
          <p:nvPr>
            <p:ph type="ftr" sz="quarter" idx="11"/>
          </p:nvPr>
        </p:nvSpPr>
        <p:spPr/>
        <p:txBody>
          <a:bodyPr/>
          <a:lstStyle/>
          <a:p>
            <a:r>
              <a:rPr lang="en-US"/>
              <a:t>CONFIDENTIAL &amp; PROPRIETARY</a:t>
            </a:r>
          </a:p>
        </p:txBody>
      </p:sp>
      <p:sp>
        <p:nvSpPr>
          <p:cNvPr id="6" name="Slide Number Placeholder 5">
            <a:extLst>
              <a:ext uri="{FF2B5EF4-FFF2-40B4-BE49-F238E27FC236}">
                <a16:creationId xmlns:a16="http://schemas.microsoft.com/office/drawing/2014/main" id="{0ED2F36A-9A10-45E3-8596-E20B29AA7F3E}"/>
              </a:ext>
            </a:extLst>
          </p:cNvPr>
          <p:cNvSpPr>
            <a:spLocks noGrp="1"/>
          </p:cNvSpPr>
          <p:nvPr>
            <p:ph type="sldNum" sz="quarter" idx="12"/>
          </p:nvPr>
        </p:nvSpPr>
        <p:spPr/>
        <p:txBody>
          <a:bodyPr/>
          <a:lstStyle/>
          <a:p>
            <a:fld id="{93C6B93B-5745-42D8-B6E2-663B928A41E8}" type="slidenum">
              <a:rPr lang="en-US" smtClean="0"/>
              <a:t>‹#›</a:t>
            </a:fld>
            <a:endParaRPr lang="en-US"/>
          </a:p>
        </p:txBody>
      </p:sp>
    </p:spTree>
    <p:extLst>
      <p:ext uri="{BB962C8B-B14F-4D97-AF65-F5344CB8AC3E}">
        <p14:creationId xmlns:p14="http://schemas.microsoft.com/office/powerpoint/2010/main" val="1609605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6C0AF1-9A35-4F5B-B1C6-B5A8E00E54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8A021F4-91F1-467D-9AC9-23E127F328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33B750-9711-4D22-A473-E1052E8280CC}"/>
              </a:ext>
            </a:extLst>
          </p:cNvPr>
          <p:cNvSpPr>
            <a:spLocks noGrp="1"/>
          </p:cNvSpPr>
          <p:nvPr>
            <p:ph type="dt" sz="half" idx="2"/>
          </p:nvPr>
        </p:nvSpPr>
        <p:spPr>
          <a:xfrm>
            <a:off x="254306"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C2066F-3A71-4C00-8F74-3B71AB5EC35A}" type="datetime1">
              <a:rPr lang="en-US" smtClean="0"/>
              <a:t>5/26/25</a:t>
            </a:fld>
            <a:endParaRPr lang="en-US"/>
          </a:p>
        </p:txBody>
      </p:sp>
      <p:sp>
        <p:nvSpPr>
          <p:cNvPr id="5" name="Footer Placeholder 4">
            <a:extLst>
              <a:ext uri="{FF2B5EF4-FFF2-40B4-BE49-F238E27FC236}">
                <a16:creationId xmlns:a16="http://schemas.microsoft.com/office/drawing/2014/main" id="{DC00A325-338E-496B-9FEC-2172E25984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b="0" spc="300">
                <a:solidFill>
                  <a:schemeClr val="tx1">
                    <a:tint val="75000"/>
                  </a:schemeClr>
                </a:solidFill>
              </a:defRPr>
            </a:lvl1pPr>
          </a:lstStyle>
          <a:p>
            <a:r>
              <a:rPr lang="en-US"/>
              <a:t>CONFIDENTIAL &amp; PROPRIETARY</a:t>
            </a:r>
            <a:endParaRPr lang="en-US" dirty="0"/>
          </a:p>
        </p:txBody>
      </p:sp>
      <p:sp>
        <p:nvSpPr>
          <p:cNvPr id="6" name="Slide Number Placeholder 5">
            <a:extLst>
              <a:ext uri="{FF2B5EF4-FFF2-40B4-BE49-F238E27FC236}">
                <a16:creationId xmlns:a16="http://schemas.microsoft.com/office/drawing/2014/main" id="{3D729799-3A60-4122-B59F-B476718D5EB6}"/>
              </a:ext>
            </a:extLst>
          </p:cNvPr>
          <p:cNvSpPr>
            <a:spLocks noGrp="1"/>
          </p:cNvSpPr>
          <p:nvPr>
            <p:ph type="sldNum" sz="quarter" idx="4"/>
          </p:nvPr>
        </p:nvSpPr>
        <p:spPr>
          <a:xfrm>
            <a:off x="9194494" y="6356350"/>
            <a:ext cx="2743200" cy="365125"/>
          </a:xfrm>
          <a:prstGeom prst="rect">
            <a:avLst/>
          </a:prstGeom>
        </p:spPr>
        <p:txBody>
          <a:bodyPr vert="horz" lIns="91440" tIns="45720" rIns="91440" bIns="45720" rtlCol="0" anchor="ctr"/>
          <a:lstStyle>
            <a:lvl1pPr algn="r">
              <a:defRPr sz="2000" b="0">
                <a:solidFill>
                  <a:schemeClr val="tx1">
                    <a:tint val="75000"/>
                  </a:schemeClr>
                </a:solidFill>
                <a:latin typeface="+mj-lt"/>
              </a:defRPr>
            </a:lvl1pPr>
          </a:lstStyle>
          <a:p>
            <a:fld id="{93C6B93B-5745-42D8-B6E2-663B928A41E8}" type="slidenum">
              <a:rPr lang="en-US" smtClean="0"/>
              <a:pPr/>
              <a:t>‹#›</a:t>
            </a:fld>
            <a:endParaRPr lang="en-US"/>
          </a:p>
        </p:txBody>
      </p:sp>
    </p:spTree>
    <p:extLst>
      <p:ext uri="{BB962C8B-B14F-4D97-AF65-F5344CB8AC3E}">
        <p14:creationId xmlns:p14="http://schemas.microsoft.com/office/powerpoint/2010/main" val="1587001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05EB8-AD9B-4F7F-8018-ED3033196CFE}"/>
              </a:ext>
            </a:extLst>
          </p:cNvPr>
          <p:cNvSpPr>
            <a:spLocks noGrp="1"/>
          </p:cNvSpPr>
          <p:nvPr>
            <p:ph type="ctrTitle"/>
          </p:nvPr>
        </p:nvSpPr>
        <p:spPr>
          <a:xfrm>
            <a:off x="1524000" y="2541649"/>
            <a:ext cx="9144000" cy="2387600"/>
          </a:xfrm>
        </p:spPr>
        <p:txBody>
          <a:bodyPr>
            <a:normAutofit/>
          </a:bodyPr>
          <a:lstStyle/>
          <a:p>
            <a:r>
              <a:rPr lang="en-US" sz="4000" dirty="0">
                <a:solidFill>
                  <a:schemeClr val="bg2">
                    <a:lumMod val="25000"/>
                  </a:schemeClr>
                </a:solidFill>
              </a:rPr>
              <a:t>Reporting Outputs</a:t>
            </a:r>
            <a:endParaRPr lang="en-US" sz="4000" b="1" dirty="0">
              <a:gradFill flip="none" rotWithShape="1">
                <a:gsLst>
                  <a:gs pos="100000">
                    <a:schemeClr val="accent1"/>
                  </a:gs>
                  <a:gs pos="0">
                    <a:schemeClr val="accent3"/>
                  </a:gs>
                </a:gsLst>
                <a:path path="circle">
                  <a:fillToRect l="100000" b="100000"/>
                </a:path>
                <a:tileRect t="-100000" r="-100000"/>
              </a:gradFill>
            </a:endParaRPr>
          </a:p>
        </p:txBody>
      </p:sp>
      <p:sp>
        <p:nvSpPr>
          <p:cNvPr id="5" name="Rectangle 4">
            <a:extLst>
              <a:ext uri="{FF2B5EF4-FFF2-40B4-BE49-F238E27FC236}">
                <a16:creationId xmlns:a16="http://schemas.microsoft.com/office/drawing/2014/main" id="{DC090E75-ECF5-4615-BB2A-9D70B577B88F}"/>
              </a:ext>
            </a:extLst>
          </p:cNvPr>
          <p:cNvSpPr/>
          <p:nvPr/>
        </p:nvSpPr>
        <p:spPr>
          <a:xfrm>
            <a:off x="0" y="6186549"/>
            <a:ext cx="12192000" cy="6714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spc="300" dirty="0">
                <a:solidFill>
                  <a:schemeClr val="bg1">
                    <a:lumMod val="75000"/>
                  </a:schemeClr>
                </a:solidFill>
              </a:rPr>
              <a:t>London UK – Riyadh KSA - Basel Switzerland  </a:t>
            </a:r>
          </a:p>
          <a:p>
            <a:pPr algn="ctr"/>
            <a:endParaRPr lang="en-US" sz="1600" spc="300" dirty="0">
              <a:solidFill>
                <a:schemeClr val="bg1">
                  <a:lumMod val="75000"/>
                </a:schemeClr>
              </a:solidFill>
            </a:endParaRPr>
          </a:p>
        </p:txBody>
      </p:sp>
      <p:pic>
        <p:nvPicPr>
          <p:cNvPr id="6" name="object 3">
            <a:extLst>
              <a:ext uri="{FF2B5EF4-FFF2-40B4-BE49-F238E27FC236}">
                <a16:creationId xmlns:a16="http://schemas.microsoft.com/office/drawing/2014/main" id="{DF0C7DA6-2666-7796-387B-D672BCDD8855}"/>
              </a:ext>
            </a:extLst>
          </p:cNvPr>
          <p:cNvPicPr/>
          <p:nvPr/>
        </p:nvPicPr>
        <p:blipFill>
          <a:blip r:embed="rId2" cstate="print"/>
          <a:stretch>
            <a:fillRect/>
          </a:stretch>
        </p:blipFill>
        <p:spPr>
          <a:xfrm>
            <a:off x="2374604" y="1214467"/>
            <a:ext cx="6790661" cy="2654364"/>
          </a:xfrm>
          <a:prstGeom prst="rect">
            <a:avLst/>
          </a:prstGeom>
        </p:spPr>
      </p:pic>
    </p:spTree>
    <p:extLst>
      <p:ext uri="{BB962C8B-B14F-4D97-AF65-F5344CB8AC3E}">
        <p14:creationId xmlns:p14="http://schemas.microsoft.com/office/powerpoint/2010/main" val="2555550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C35C4F-E85B-A4B3-A895-50ED4E3C0561}"/>
            </a:ext>
          </a:extLst>
        </p:cNvPr>
        <p:cNvGrpSpPr/>
        <p:nvPr/>
      </p:nvGrpSpPr>
      <p:grpSpPr>
        <a:xfrm>
          <a:off x="0" y="0"/>
          <a:ext cx="0" cy="0"/>
          <a:chOff x="0" y="0"/>
          <a:chExt cx="0" cy="0"/>
        </a:xfrm>
      </p:grpSpPr>
      <p:sp>
        <p:nvSpPr>
          <p:cNvPr id="33" name="Flowchart: Document 32">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ooter Placeholder 4">
            <a:extLst>
              <a:ext uri="{FF2B5EF4-FFF2-40B4-BE49-F238E27FC236}">
                <a16:creationId xmlns:a16="http://schemas.microsoft.com/office/drawing/2014/main" id="{1AB2DF3D-1557-6D48-732B-A01F13BAE393}"/>
              </a:ext>
            </a:extLst>
          </p:cNvPr>
          <p:cNvSpPr>
            <a:spLocks noGrp="1"/>
          </p:cNvSpPr>
          <p:nvPr>
            <p:ph type="ftr" sz="quarter" idx="11"/>
          </p:nvPr>
        </p:nvSpPr>
        <p:spPr>
          <a:xfrm>
            <a:off x="838200" y="6356350"/>
            <a:ext cx="5960951" cy="365125"/>
          </a:xfrm>
          <a:noFill/>
        </p:spPr>
        <p:txBody>
          <a:bodyPr vert="horz" lIns="91440" tIns="45720" rIns="91440" bIns="45720" rtlCol="0" anchor="ctr">
            <a:normAutofit/>
          </a:bodyPr>
          <a:lstStyle/>
          <a:p>
            <a:pPr algn="l">
              <a:spcAft>
                <a:spcPts val="600"/>
              </a:spcAft>
            </a:pPr>
            <a:r>
              <a:rPr lang="en-US" sz="1200" kern="1200">
                <a:solidFill>
                  <a:schemeClr val="tx1">
                    <a:tint val="75000"/>
                  </a:schemeClr>
                </a:solidFill>
                <a:latin typeface="+mn-lt"/>
                <a:ea typeface="+mn-ea"/>
                <a:cs typeface="+mn-cs"/>
              </a:rPr>
              <a:t>CONFIDENTIAL &amp; PROPRIETARY</a:t>
            </a:r>
          </a:p>
        </p:txBody>
      </p:sp>
      <p:sp>
        <p:nvSpPr>
          <p:cNvPr id="5" name="Slide Number Placeholder 4">
            <a:extLst>
              <a:ext uri="{FF2B5EF4-FFF2-40B4-BE49-F238E27FC236}">
                <a16:creationId xmlns:a16="http://schemas.microsoft.com/office/drawing/2014/main" id="{EFA0449F-1013-A950-D222-1521A8412483}"/>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93C6B93B-5745-42D8-B6E2-663B928A41E8}" type="slidenum">
              <a:rPr lang="en-US" sz="1200">
                <a:latin typeface="+mn-lt"/>
              </a:rPr>
              <a:pPr algn="l">
                <a:spcAft>
                  <a:spcPts val="600"/>
                </a:spcAft>
              </a:pPr>
              <a:t>2</a:t>
            </a:fld>
            <a:endParaRPr lang="en-US" sz="1200">
              <a:latin typeface="+mn-lt"/>
            </a:endParaRPr>
          </a:p>
        </p:txBody>
      </p:sp>
      <p:sp>
        <p:nvSpPr>
          <p:cNvPr id="4" name="Title 1">
            <a:extLst>
              <a:ext uri="{FF2B5EF4-FFF2-40B4-BE49-F238E27FC236}">
                <a16:creationId xmlns:a16="http://schemas.microsoft.com/office/drawing/2014/main" id="{07B13538-1E5C-9277-4CBC-B49CDCDF601D}"/>
              </a:ext>
            </a:extLst>
          </p:cNvPr>
          <p:cNvSpPr>
            <a:spLocks noGrp="1"/>
          </p:cNvSpPr>
          <p:nvPr/>
        </p:nvSpPr>
        <p:spPr>
          <a:xfrm>
            <a:off x="838200" y="171162"/>
            <a:ext cx="2840182" cy="23711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spc="100" baseline="0">
                <a:gradFill>
                  <a:gsLst>
                    <a:gs pos="100000">
                      <a:schemeClr val="accent1"/>
                    </a:gs>
                    <a:gs pos="0">
                      <a:schemeClr val="accent3"/>
                    </a:gs>
                  </a:gsLst>
                  <a:path path="circle">
                    <a:fillToRect l="100000" b="100000"/>
                  </a:path>
                </a:gradFill>
                <a:latin typeface="+mj-lt"/>
                <a:ea typeface="+mj-ea"/>
                <a:cs typeface="+mj-cs"/>
              </a:defRPr>
            </a:lvl1pPr>
          </a:lstStyle>
          <a:p>
            <a:pPr>
              <a:spcAft>
                <a:spcPts val="600"/>
              </a:spcAft>
            </a:pPr>
            <a:r>
              <a:rPr lang="en-US" sz="3200" kern="1200" dirty="0">
                <a:solidFill>
                  <a:srgbClr val="FFFFFF"/>
                </a:solidFill>
                <a:latin typeface="+mj-lt"/>
                <a:ea typeface="+mj-ea"/>
                <a:cs typeface="+mj-cs"/>
              </a:rPr>
              <a:t>VBP Dashboard</a:t>
            </a:r>
          </a:p>
        </p:txBody>
      </p:sp>
      <p:pic>
        <p:nvPicPr>
          <p:cNvPr id="6" name="Picture 5">
            <a:extLst>
              <a:ext uri="{FF2B5EF4-FFF2-40B4-BE49-F238E27FC236}">
                <a16:creationId xmlns:a16="http://schemas.microsoft.com/office/drawing/2014/main" id="{F7A22F15-F6E9-9BC3-84CC-86E532E48D78}"/>
              </a:ext>
            </a:extLst>
          </p:cNvPr>
          <p:cNvPicPr>
            <a:picLocks noChangeAspect="1"/>
          </p:cNvPicPr>
          <p:nvPr/>
        </p:nvPicPr>
        <p:blipFill>
          <a:blip r:embed="rId2"/>
          <a:stretch>
            <a:fillRect/>
          </a:stretch>
        </p:blipFill>
        <p:spPr>
          <a:xfrm>
            <a:off x="4448583" y="640080"/>
            <a:ext cx="6866236" cy="5578816"/>
          </a:xfrm>
          <a:prstGeom prst="rect">
            <a:avLst/>
          </a:prstGeom>
        </p:spPr>
      </p:pic>
    </p:spTree>
    <p:extLst>
      <p:ext uri="{BB962C8B-B14F-4D97-AF65-F5344CB8AC3E}">
        <p14:creationId xmlns:p14="http://schemas.microsoft.com/office/powerpoint/2010/main" val="2296870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6A3812-D240-B2FD-5488-B51F4966D5CB}"/>
            </a:ext>
          </a:extLst>
        </p:cNvPr>
        <p:cNvGrpSpPr/>
        <p:nvPr/>
      </p:nvGrpSpPr>
      <p:grpSpPr>
        <a:xfrm>
          <a:off x="0" y="0"/>
          <a:ext cx="0" cy="0"/>
          <a:chOff x="0" y="0"/>
          <a:chExt cx="0" cy="0"/>
        </a:xfrm>
      </p:grpSpPr>
      <p:sp>
        <p:nvSpPr>
          <p:cNvPr id="33" name="Flowchart: Document 32">
            <a:extLst>
              <a:ext uri="{FF2B5EF4-FFF2-40B4-BE49-F238E27FC236}">
                <a16:creationId xmlns:a16="http://schemas.microsoft.com/office/drawing/2014/main" id="{556EC74F-7EBC-2BC9-BB66-1981E00AE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ooter Placeholder 4">
            <a:extLst>
              <a:ext uri="{FF2B5EF4-FFF2-40B4-BE49-F238E27FC236}">
                <a16:creationId xmlns:a16="http://schemas.microsoft.com/office/drawing/2014/main" id="{480DC324-6E5C-8F9E-E29A-6D88BD58318A}"/>
              </a:ext>
            </a:extLst>
          </p:cNvPr>
          <p:cNvSpPr>
            <a:spLocks noGrp="1"/>
          </p:cNvSpPr>
          <p:nvPr>
            <p:ph type="ftr" sz="quarter" idx="11"/>
          </p:nvPr>
        </p:nvSpPr>
        <p:spPr>
          <a:xfrm>
            <a:off x="838200" y="6356350"/>
            <a:ext cx="5960951" cy="365125"/>
          </a:xfrm>
          <a:noFill/>
        </p:spPr>
        <p:txBody>
          <a:bodyPr vert="horz" lIns="91440" tIns="45720" rIns="91440" bIns="45720" rtlCol="0" anchor="ctr">
            <a:normAutofit/>
          </a:bodyPr>
          <a:lstStyle/>
          <a:p>
            <a:pPr algn="l">
              <a:spcAft>
                <a:spcPts val="600"/>
              </a:spcAft>
            </a:pPr>
            <a:r>
              <a:rPr lang="en-US" sz="1200" kern="1200">
                <a:solidFill>
                  <a:schemeClr val="tx1">
                    <a:tint val="75000"/>
                  </a:schemeClr>
                </a:solidFill>
                <a:latin typeface="+mn-lt"/>
                <a:ea typeface="+mn-ea"/>
                <a:cs typeface="+mn-cs"/>
              </a:rPr>
              <a:t>CONFIDENTIAL &amp; PROPRIETARY</a:t>
            </a:r>
          </a:p>
        </p:txBody>
      </p:sp>
      <p:sp>
        <p:nvSpPr>
          <p:cNvPr id="5" name="Slide Number Placeholder 4">
            <a:extLst>
              <a:ext uri="{FF2B5EF4-FFF2-40B4-BE49-F238E27FC236}">
                <a16:creationId xmlns:a16="http://schemas.microsoft.com/office/drawing/2014/main" id="{157C2C18-1329-99D8-B449-B1AC9E64BDF4}"/>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93C6B93B-5745-42D8-B6E2-663B928A41E8}" type="slidenum">
              <a:rPr lang="en-US" sz="1200">
                <a:latin typeface="+mn-lt"/>
              </a:rPr>
              <a:pPr algn="l">
                <a:spcAft>
                  <a:spcPts val="600"/>
                </a:spcAft>
              </a:pPr>
              <a:t>3</a:t>
            </a:fld>
            <a:endParaRPr lang="en-US" sz="1200">
              <a:latin typeface="+mn-lt"/>
            </a:endParaRPr>
          </a:p>
        </p:txBody>
      </p:sp>
      <p:sp>
        <p:nvSpPr>
          <p:cNvPr id="2" name="Title 1">
            <a:extLst>
              <a:ext uri="{FF2B5EF4-FFF2-40B4-BE49-F238E27FC236}">
                <a16:creationId xmlns:a16="http://schemas.microsoft.com/office/drawing/2014/main" id="{41AC9BDE-DA38-0A45-1F6A-A151CE23E40E}"/>
              </a:ext>
            </a:extLst>
          </p:cNvPr>
          <p:cNvSpPr>
            <a:spLocks noGrp="1"/>
          </p:cNvSpPr>
          <p:nvPr/>
        </p:nvSpPr>
        <p:spPr>
          <a:xfrm>
            <a:off x="838200" y="171162"/>
            <a:ext cx="2840182" cy="23711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spc="100" baseline="0">
                <a:gradFill>
                  <a:gsLst>
                    <a:gs pos="100000">
                      <a:schemeClr val="accent1"/>
                    </a:gs>
                    <a:gs pos="0">
                      <a:schemeClr val="accent3"/>
                    </a:gs>
                  </a:gsLst>
                  <a:path path="circle">
                    <a:fillToRect l="100000" b="100000"/>
                  </a:path>
                </a:gradFill>
                <a:latin typeface="+mj-lt"/>
                <a:ea typeface="+mj-ea"/>
                <a:cs typeface="+mj-cs"/>
              </a:defRPr>
            </a:lvl1pPr>
          </a:lstStyle>
          <a:p>
            <a:pPr>
              <a:spcAft>
                <a:spcPts val="600"/>
              </a:spcAft>
            </a:pPr>
            <a:r>
              <a:rPr lang="en-US" sz="3200" kern="1200" dirty="0">
                <a:solidFill>
                  <a:srgbClr val="FFFFFF"/>
                </a:solidFill>
                <a:latin typeface="+mj-lt"/>
                <a:ea typeface="+mj-ea"/>
                <a:cs typeface="+mj-cs"/>
              </a:rPr>
              <a:t>VBP Dashboard 2</a:t>
            </a:r>
          </a:p>
        </p:txBody>
      </p:sp>
      <p:pic>
        <p:nvPicPr>
          <p:cNvPr id="4" name="Picture 3">
            <a:extLst>
              <a:ext uri="{FF2B5EF4-FFF2-40B4-BE49-F238E27FC236}">
                <a16:creationId xmlns:a16="http://schemas.microsoft.com/office/drawing/2014/main" id="{78A72753-1E5F-476E-4E00-25AA4CA24BE9}"/>
              </a:ext>
            </a:extLst>
          </p:cNvPr>
          <p:cNvPicPr>
            <a:picLocks noChangeAspect="1"/>
          </p:cNvPicPr>
          <p:nvPr/>
        </p:nvPicPr>
        <p:blipFill>
          <a:blip r:embed="rId2"/>
          <a:stretch>
            <a:fillRect/>
          </a:stretch>
        </p:blipFill>
        <p:spPr>
          <a:xfrm>
            <a:off x="4448583" y="640080"/>
            <a:ext cx="6866236" cy="5578816"/>
          </a:xfrm>
          <a:prstGeom prst="rect">
            <a:avLst/>
          </a:prstGeom>
        </p:spPr>
      </p:pic>
    </p:spTree>
    <p:extLst>
      <p:ext uri="{BB962C8B-B14F-4D97-AF65-F5344CB8AC3E}">
        <p14:creationId xmlns:p14="http://schemas.microsoft.com/office/powerpoint/2010/main" val="2403051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181B78-1229-E813-EDB8-948A2F039AC8}"/>
            </a:ext>
          </a:extLst>
        </p:cNvPr>
        <p:cNvGrpSpPr/>
        <p:nvPr/>
      </p:nvGrpSpPr>
      <p:grpSpPr>
        <a:xfrm>
          <a:off x="0" y="0"/>
          <a:ext cx="0" cy="0"/>
          <a:chOff x="0" y="0"/>
          <a:chExt cx="0" cy="0"/>
        </a:xfrm>
      </p:grpSpPr>
      <p:sp>
        <p:nvSpPr>
          <p:cNvPr id="33" name="Flowchart: Document 32">
            <a:extLst>
              <a:ext uri="{FF2B5EF4-FFF2-40B4-BE49-F238E27FC236}">
                <a16:creationId xmlns:a16="http://schemas.microsoft.com/office/drawing/2014/main" id="{7CFC5753-FD10-EB67-EF9C-FFF519443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0F44CEED-5757-737D-FBF5-22EEBA871C12}"/>
              </a:ext>
            </a:extLst>
          </p:cNvPr>
          <p:cNvSpPr>
            <a:spLocks noGrp="1"/>
          </p:cNvSpPr>
          <p:nvPr/>
        </p:nvSpPr>
        <p:spPr>
          <a:xfrm>
            <a:off x="838200" y="171162"/>
            <a:ext cx="2840182" cy="23711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spc="100" baseline="0">
                <a:gradFill>
                  <a:gsLst>
                    <a:gs pos="100000">
                      <a:schemeClr val="accent1"/>
                    </a:gs>
                    <a:gs pos="0">
                      <a:schemeClr val="accent3"/>
                    </a:gs>
                  </a:gsLst>
                  <a:path path="circle">
                    <a:fillToRect l="100000" b="100000"/>
                  </a:path>
                </a:gradFill>
                <a:latin typeface="+mj-lt"/>
                <a:ea typeface="+mj-ea"/>
                <a:cs typeface="+mj-cs"/>
              </a:defRPr>
            </a:lvl1pPr>
          </a:lstStyle>
          <a:p>
            <a:pPr>
              <a:spcAft>
                <a:spcPts val="600"/>
              </a:spcAft>
            </a:pPr>
            <a:r>
              <a:rPr lang="en-US" sz="3200" kern="1200" dirty="0">
                <a:solidFill>
                  <a:srgbClr val="FFFFFF"/>
                </a:solidFill>
                <a:latin typeface="+mj-lt"/>
                <a:ea typeface="+mj-ea"/>
                <a:cs typeface="+mj-cs"/>
              </a:rPr>
              <a:t>Contract Output</a:t>
            </a:r>
          </a:p>
        </p:txBody>
      </p:sp>
      <p:pic>
        <p:nvPicPr>
          <p:cNvPr id="3" name="Picture 2">
            <a:extLst>
              <a:ext uri="{FF2B5EF4-FFF2-40B4-BE49-F238E27FC236}">
                <a16:creationId xmlns:a16="http://schemas.microsoft.com/office/drawing/2014/main" id="{E5D624E4-F45F-F9FE-AB7B-CF9A930A59E2}"/>
              </a:ext>
            </a:extLst>
          </p:cNvPr>
          <p:cNvPicPr>
            <a:picLocks noChangeAspect="1"/>
          </p:cNvPicPr>
          <p:nvPr/>
        </p:nvPicPr>
        <p:blipFill>
          <a:blip r:embed="rId2"/>
          <a:stretch>
            <a:fillRect/>
          </a:stretch>
        </p:blipFill>
        <p:spPr>
          <a:xfrm>
            <a:off x="4416598" y="640080"/>
            <a:ext cx="6930207" cy="5578816"/>
          </a:xfrm>
          <a:prstGeom prst="rect">
            <a:avLst/>
          </a:prstGeom>
          <a:noFill/>
        </p:spPr>
      </p:pic>
      <p:sp>
        <p:nvSpPr>
          <p:cNvPr id="15" name="Footer Placeholder 4">
            <a:extLst>
              <a:ext uri="{FF2B5EF4-FFF2-40B4-BE49-F238E27FC236}">
                <a16:creationId xmlns:a16="http://schemas.microsoft.com/office/drawing/2014/main" id="{EB910871-4D38-B397-DC39-CDCD1BBFCB00}"/>
              </a:ext>
            </a:extLst>
          </p:cNvPr>
          <p:cNvSpPr>
            <a:spLocks noGrp="1"/>
          </p:cNvSpPr>
          <p:nvPr>
            <p:ph type="ftr" sz="quarter" idx="11"/>
          </p:nvPr>
        </p:nvSpPr>
        <p:spPr>
          <a:xfrm>
            <a:off x="838200" y="6356350"/>
            <a:ext cx="5960951" cy="365125"/>
          </a:xfrm>
          <a:noFill/>
        </p:spPr>
        <p:txBody>
          <a:bodyPr vert="horz" lIns="91440" tIns="45720" rIns="91440" bIns="45720" rtlCol="0" anchor="ctr">
            <a:normAutofit/>
          </a:bodyPr>
          <a:lstStyle/>
          <a:p>
            <a:pPr algn="l">
              <a:spcAft>
                <a:spcPts val="600"/>
              </a:spcAft>
            </a:pPr>
            <a:r>
              <a:rPr lang="en-US" sz="1200" kern="1200">
                <a:solidFill>
                  <a:schemeClr val="tx1">
                    <a:tint val="75000"/>
                  </a:schemeClr>
                </a:solidFill>
                <a:latin typeface="+mn-lt"/>
                <a:ea typeface="+mn-ea"/>
                <a:cs typeface="+mn-cs"/>
              </a:rPr>
              <a:t>CONFIDENTIAL &amp; PROPRIETARY</a:t>
            </a:r>
          </a:p>
        </p:txBody>
      </p:sp>
      <p:sp>
        <p:nvSpPr>
          <p:cNvPr id="5" name="Slide Number Placeholder 4">
            <a:extLst>
              <a:ext uri="{FF2B5EF4-FFF2-40B4-BE49-F238E27FC236}">
                <a16:creationId xmlns:a16="http://schemas.microsoft.com/office/drawing/2014/main" id="{F7D17272-92A7-5985-9EA6-639A41122385}"/>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93C6B93B-5745-42D8-B6E2-663B928A41E8}" type="slidenum">
              <a:rPr lang="en-US" sz="1200">
                <a:latin typeface="+mn-lt"/>
              </a:rPr>
              <a:pPr algn="l">
                <a:spcAft>
                  <a:spcPts val="600"/>
                </a:spcAft>
              </a:pPr>
              <a:t>4</a:t>
            </a:fld>
            <a:endParaRPr lang="en-US" sz="1200">
              <a:latin typeface="+mn-lt"/>
            </a:endParaRPr>
          </a:p>
        </p:txBody>
      </p:sp>
    </p:spTree>
    <p:extLst>
      <p:ext uri="{BB962C8B-B14F-4D97-AF65-F5344CB8AC3E}">
        <p14:creationId xmlns:p14="http://schemas.microsoft.com/office/powerpoint/2010/main" val="319132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5F1DE1-E25E-C52A-B5B8-D5083E343551}"/>
            </a:ext>
          </a:extLst>
        </p:cNvPr>
        <p:cNvGrpSpPr/>
        <p:nvPr/>
      </p:nvGrpSpPr>
      <p:grpSpPr>
        <a:xfrm>
          <a:off x="0" y="0"/>
          <a:ext cx="0" cy="0"/>
          <a:chOff x="0" y="0"/>
          <a:chExt cx="0" cy="0"/>
        </a:xfrm>
      </p:grpSpPr>
      <p:sp>
        <p:nvSpPr>
          <p:cNvPr id="33" name="Flowchart: Document 32">
            <a:extLst>
              <a:ext uri="{FF2B5EF4-FFF2-40B4-BE49-F238E27FC236}">
                <a16:creationId xmlns:a16="http://schemas.microsoft.com/office/drawing/2014/main" id="{16F78081-7E63-4BDD-6D75-4D9D168D8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3E691785-C9F9-FE40-C1AE-FBD725A2C76A}"/>
              </a:ext>
            </a:extLst>
          </p:cNvPr>
          <p:cNvSpPr>
            <a:spLocks noGrp="1"/>
          </p:cNvSpPr>
          <p:nvPr/>
        </p:nvSpPr>
        <p:spPr>
          <a:xfrm>
            <a:off x="838200" y="171162"/>
            <a:ext cx="2840182" cy="23711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spc="100" baseline="0">
                <a:gradFill>
                  <a:gsLst>
                    <a:gs pos="100000">
                      <a:schemeClr val="accent1"/>
                    </a:gs>
                    <a:gs pos="0">
                      <a:schemeClr val="accent3"/>
                    </a:gs>
                  </a:gsLst>
                  <a:path path="circle">
                    <a:fillToRect l="100000" b="100000"/>
                  </a:path>
                </a:gradFill>
                <a:latin typeface="+mj-lt"/>
                <a:ea typeface="+mj-ea"/>
                <a:cs typeface="+mj-cs"/>
              </a:defRPr>
            </a:lvl1pPr>
          </a:lstStyle>
          <a:p>
            <a:pPr>
              <a:spcAft>
                <a:spcPts val="600"/>
              </a:spcAft>
            </a:pPr>
            <a:r>
              <a:rPr lang="en-US" sz="3200" kern="1200" dirty="0">
                <a:solidFill>
                  <a:srgbClr val="FFFFFF"/>
                </a:solidFill>
                <a:latin typeface="+mj-lt"/>
                <a:ea typeface="+mj-ea"/>
                <a:cs typeface="+mj-cs"/>
              </a:rPr>
              <a:t>Contract Output 2</a:t>
            </a:r>
          </a:p>
        </p:txBody>
      </p:sp>
      <p:sp>
        <p:nvSpPr>
          <p:cNvPr id="15" name="Footer Placeholder 4">
            <a:extLst>
              <a:ext uri="{FF2B5EF4-FFF2-40B4-BE49-F238E27FC236}">
                <a16:creationId xmlns:a16="http://schemas.microsoft.com/office/drawing/2014/main" id="{BCE6A2B5-D73C-A339-A26E-C3D0283C41F3}"/>
              </a:ext>
            </a:extLst>
          </p:cNvPr>
          <p:cNvSpPr>
            <a:spLocks noGrp="1"/>
          </p:cNvSpPr>
          <p:nvPr>
            <p:ph type="ftr" sz="quarter" idx="11"/>
          </p:nvPr>
        </p:nvSpPr>
        <p:spPr>
          <a:xfrm>
            <a:off x="838200" y="6356350"/>
            <a:ext cx="5960951" cy="365125"/>
          </a:xfrm>
          <a:noFill/>
        </p:spPr>
        <p:txBody>
          <a:bodyPr vert="horz" lIns="91440" tIns="45720" rIns="91440" bIns="45720" rtlCol="0" anchor="ctr">
            <a:normAutofit/>
          </a:bodyPr>
          <a:lstStyle/>
          <a:p>
            <a:pPr algn="l">
              <a:spcAft>
                <a:spcPts val="600"/>
              </a:spcAft>
            </a:pPr>
            <a:r>
              <a:rPr lang="en-US" sz="1200" kern="1200">
                <a:solidFill>
                  <a:schemeClr val="tx1">
                    <a:tint val="75000"/>
                  </a:schemeClr>
                </a:solidFill>
                <a:latin typeface="+mn-lt"/>
                <a:ea typeface="+mn-ea"/>
                <a:cs typeface="+mn-cs"/>
              </a:rPr>
              <a:t>CONFIDENTIAL &amp; PROPRIETARY</a:t>
            </a:r>
          </a:p>
        </p:txBody>
      </p:sp>
      <p:sp>
        <p:nvSpPr>
          <p:cNvPr id="5" name="Slide Number Placeholder 4">
            <a:extLst>
              <a:ext uri="{FF2B5EF4-FFF2-40B4-BE49-F238E27FC236}">
                <a16:creationId xmlns:a16="http://schemas.microsoft.com/office/drawing/2014/main" id="{FD6B4C67-9248-D7B8-664A-DCE80C7A52F0}"/>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93C6B93B-5745-42D8-B6E2-663B928A41E8}" type="slidenum">
              <a:rPr lang="en-US" sz="1200">
                <a:latin typeface="+mn-lt"/>
              </a:rPr>
              <a:pPr algn="l">
                <a:spcAft>
                  <a:spcPts val="600"/>
                </a:spcAft>
              </a:pPr>
              <a:t>5</a:t>
            </a:fld>
            <a:endParaRPr lang="en-US" sz="1200">
              <a:latin typeface="+mn-lt"/>
            </a:endParaRPr>
          </a:p>
        </p:txBody>
      </p:sp>
      <p:pic>
        <p:nvPicPr>
          <p:cNvPr id="2" name="Picture 1">
            <a:extLst>
              <a:ext uri="{FF2B5EF4-FFF2-40B4-BE49-F238E27FC236}">
                <a16:creationId xmlns:a16="http://schemas.microsoft.com/office/drawing/2014/main" id="{D126F69D-D0D8-2E3F-994E-3896D7A56177}"/>
              </a:ext>
            </a:extLst>
          </p:cNvPr>
          <p:cNvPicPr>
            <a:picLocks noChangeAspect="1"/>
          </p:cNvPicPr>
          <p:nvPr/>
        </p:nvPicPr>
        <p:blipFill>
          <a:blip r:embed="rId2"/>
          <a:stretch>
            <a:fillRect/>
          </a:stretch>
        </p:blipFill>
        <p:spPr>
          <a:xfrm>
            <a:off x="4426858" y="1016001"/>
            <a:ext cx="7125062" cy="5083176"/>
          </a:xfrm>
          <a:prstGeom prst="rect">
            <a:avLst/>
          </a:prstGeom>
        </p:spPr>
      </p:pic>
    </p:spTree>
    <p:extLst>
      <p:ext uri="{BB962C8B-B14F-4D97-AF65-F5344CB8AC3E}">
        <p14:creationId xmlns:p14="http://schemas.microsoft.com/office/powerpoint/2010/main" val="4158500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E4BAEB-0848-A016-55ED-72F86E8E53A8}"/>
            </a:ext>
          </a:extLst>
        </p:cNvPr>
        <p:cNvGrpSpPr/>
        <p:nvPr/>
      </p:nvGrpSpPr>
      <p:grpSpPr>
        <a:xfrm>
          <a:off x="0" y="0"/>
          <a:ext cx="0" cy="0"/>
          <a:chOff x="0" y="0"/>
          <a:chExt cx="0" cy="0"/>
        </a:xfrm>
      </p:grpSpPr>
      <p:sp>
        <p:nvSpPr>
          <p:cNvPr id="33" name="Flowchart: Document 32">
            <a:extLst>
              <a:ext uri="{FF2B5EF4-FFF2-40B4-BE49-F238E27FC236}">
                <a16:creationId xmlns:a16="http://schemas.microsoft.com/office/drawing/2014/main" id="{8CE4F1EA-BCC4-FF4F-0AAE-340B3C60B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611FAEE5-BB38-CCFF-00A7-475B213465DF}"/>
              </a:ext>
            </a:extLst>
          </p:cNvPr>
          <p:cNvSpPr>
            <a:spLocks noGrp="1"/>
          </p:cNvSpPr>
          <p:nvPr/>
        </p:nvSpPr>
        <p:spPr>
          <a:xfrm>
            <a:off x="838200" y="171162"/>
            <a:ext cx="2840182" cy="23711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spc="100" baseline="0">
                <a:gradFill>
                  <a:gsLst>
                    <a:gs pos="100000">
                      <a:schemeClr val="accent1"/>
                    </a:gs>
                    <a:gs pos="0">
                      <a:schemeClr val="accent3"/>
                    </a:gs>
                  </a:gsLst>
                  <a:path path="circle">
                    <a:fillToRect l="100000" b="100000"/>
                  </a:path>
                </a:gradFill>
                <a:latin typeface="+mj-lt"/>
                <a:ea typeface="+mj-ea"/>
                <a:cs typeface="+mj-cs"/>
              </a:defRPr>
            </a:lvl1pPr>
          </a:lstStyle>
          <a:p>
            <a:pPr>
              <a:spcAft>
                <a:spcPts val="600"/>
              </a:spcAft>
            </a:pPr>
            <a:r>
              <a:rPr lang="en-US" sz="3200" kern="1200" dirty="0">
                <a:solidFill>
                  <a:srgbClr val="FFFFFF"/>
                </a:solidFill>
                <a:latin typeface="+mj-lt"/>
                <a:ea typeface="+mj-ea"/>
                <a:cs typeface="+mj-cs"/>
              </a:rPr>
              <a:t>VBP Reporting</a:t>
            </a:r>
          </a:p>
        </p:txBody>
      </p:sp>
      <p:sp>
        <p:nvSpPr>
          <p:cNvPr id="15" name="Footer Placeholder 4">
            <a:extLst>
              <a:ext uri="{FF2B5EF4-FFF2-40B4-BE49-F238E27FC236}">
                <a16:creationId xmlns:a16="http://schemas.microsoft.com/office/drawing/2014/main" id="{D7030F83-BDB9-5D14-283F-A6116F74889D}"/>
              </a:ext>
            </a:extLst>
          </p:cNvPr>
          <p:cNvSpPr>
            <a:spLocks noGrp="1"/>
          </p:cNvSpPr>
          <p:nvPr>
            <p:ph type="ftr" sz="quarter" idx="11"/>
          </p:nvPr>
        </p:nvSpPr>
        <p:spPr>
          <a:xfrm>
            <a:off x="838200" y="6356350"/>
            <a:ext cx="5960951" cy="365125"/>
          </a:xfrm>
          <a:noFill/>
        </p:spPr>
        <p:txBody>
          <a:bodyPr vert="horz" lIns="91440" tIns="45720" rIns="91440" bIns="45720" rtlCol="0" anchor="ctr">
            <a:normAutofit/>
          </a:bodyPr>
          <a:lstStyle/>
          <a:p>
            <a:pPr algn="l">
              <a:spcAft>
                <a:spcPts val="600"/>
              </a:spcAft>
            </a:pPr>
            <a:r>
              <a:rPr lang="en-US" sz="1200" kern="1200">
                <a:solidFill>
                  <a:schemeClr val="tx1">
                    <a:tint val="75000"/>
                  </a:schemeClr>
                </a:solidFill>
                <a:latin typeface="+mn-lt"/>
                <a:ea typeface="+mn-ea"/>
                <a:cs typeface="+mn-cs"/>
              </a:rPr>
              <a:t>CONFIDENTIAL &amp; PROPRIETARY</a:t>
            </a:r>
          </a:p>
        </p:txBody>
      </p:sp>
      <p:sp>
        <p:nvSpPr>
          <p:cNvPr id="5" name="Slide Number Placeholder 4">
            <a:extLst>
              <a:ext uri="{FF2B5EF4-FFF2-40B4-BE49-F238E27FC236}">
                <a16:creationId xmlns:a16="http://schemas.microsoft.com/office/drawing/2014/main" id="{285358C6-A6DA-675D-7CCF-1C84CFA6FF34}"/>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93C6B93B-5745-42D8-B6E2-663B928A41E8}" type="slidenum">
              <a:rPr lang="en-US" sz="1200">
                <a:latin typeface="+mn-lt"/>
              </a:rPr>
              <a:pPr algn="l">
                <a:spcAft>
                  <a:spcPts val="600"/>
                </a:spcAft>
              </a:pPr>
              <a:t>6</a:t>
            </a:fld>
            <a:endParaRPr lang="en-US" sz="1200">
              <a:latin typeface="+mn-lt"/>
            </a:endParaRPr>
          </a:p>
        </p:txBody>
      </p:sp>
      <p:pic>
        <p:nvPicPr>
          <p:cNvPr id="3" name="Picture 2">
            <a:extLst>
              <a:ext uri="{FF2B5EF4-FFF2-40B4-BE49-F238E27FC236}">
                <a16:creationId xmlns:a16="http://schemas.microsoft.com/office/drawing/2014/main" id="{34B535C4-7DA1-5EB3-2296-EAB21442B781}"/>
              </a:ext>
            </a:extLst>
          </p:cNvPr>
          <p:cNvPicPr>
            <a:picLocks noChangeAspect="1"/>
          </p:cNvPicPr>
          <p:nvPr/>
        </p:nvPicPr>
        <p:blipFill>
          <a:blip r:embed="rId2"/>
          <a:stretch>
            <a:fillRect/>
          </a:stretch>
        </p:blipFill>
        <p:spPr>
          <a:xfrm>
            <a:off x="4086225" y="696687"/>
            <a:ext cx="8020467" cy="5203020"/>
          </a:xfrm>
          <a:prstGeom prst="rect">
            <a:avLst/>
          </a:prstGeom>
        </p:spPr>
      </p:pic>
    </p:spTree>
    <p:extLst>
      <p:ext uri="{BB962C8B-B14F-4D97-AF65-F5344CB8AC3E}">
        <p14:creationId xmlns:p14="http://schemas.microsoft.com/office/powerpoint/2010/main" val="2292036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BB883F-7B11-BDCE-492A-54E8EEC48BC4}"/>
            </a:ext>
          </a:extLst>
        </p:cNvPr>
        <p:cNvGrpSpPr/>
        <p:nvPr/>
      </p:nvGrpSpPr>
      <p:grpSpPr>
        <a:xfrm>
          <a:off x="0" y="0"/>
          <a:ext cx="0" cy="0"/>
          <a:chOff x="0" y="0"/>
          <a:chExt cx="0" cy="0"/>
        </a:xfrm>
      </p:grpSpPr>
      <p:sp>
        <p:nvSpPr>
          <p:cNvPr id="33" name="Flowchart: Document 32">
            <a:extLst>
              <a:ext uri="{FF2B5EF4-FFF2-40B4-BE49-F238E27FC236}">
                <a16:creationId xmlns:a16="http://schemas.microsoft.com/office/drawing/2014/main" id="{44CFF522-7F94-78A4-D2B8-688792693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6E8E3F81-6F74-6ACD-248D-D8D7920F65E3}"/>
              </a:ext>
            </a:extLst>
          </p:cNvPr>
          <p:cNvSpPr>
            <a:spLocks noGrp="1"/>
          </p:cNvSpPr>
          <p:nvPr/>
        </p:nvSpPr>
        <p:spPr>
          <a:xfrm>
            <a:off x="838200" y="171162"/>
            <a:ext cx="2840182" cy="23711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spc="100" baseline="0">
                <a:gradFill>
                  <a:gsLst>
                    <a:gs pos="100000">
                      <a:schemeClr val="accent1"/>
                    </a:gs>
                    <a:gs pos="0">
                      <a:schemeClr val="accent3"/>
                    </a:gs>
                  </a:gsLst>
                  <a:path path="circle">
                    <a:fillToRect l="100000" b="100000"/>
                  </a:path>
                </a:gradFill>
                <a:latin typeface="+mj-lt"/>
                <a:ea typeface="+mj-ea"/>
                <a:cs typeface="+mj-cs"/>
              </a:defRPr>
            </a:lvl1pPr>
          </a:lstStyle>
          <a:p>
            <a:pPr>
              <a:spcAft>
                <a:spcPts val="600"/>
              </a:spcAft>
            </a:pPr>
            <a:r>
              <a:rPr lang="en-US" sz="3200" dirty="0">
                <a:solidFill>
                  <a:srgbClr val="FFFFFF"/>
                </a:solidFill>
              </a:rPr>
              <a:t>Contract Simulator</a:t>
            </a:r>
            <a:endParaRPr lang="en-US" sz="3200" kern="1200" dirty="0">
              <a:solidFill>
                <a:srgbClr val="FFFFFF"/>
              </a:solidFill>
              <a:latin typeface="+mj-lt"/>
              <a:ea typeface="+mj-ea"/>
              <a:cs typeface="+mj-cs"/>
            </a:endParaRPr>
          </a:p>
        </p:txBody>
      </p:sp>
      <p:sp>
        <p:nvSpPr>
          <p:cNvPr id="15" name="Footer Placeholder 4">
            <a:extLst>
              <a:ext uri="{FF2B5EF4-FFF2-40B4-BE49-F238E27FC236}">
                <a16:creationId xmlns:a16="http://schemas.microsoft.com/office/drawing/2014/main" id="{0CEC5128-756B-87B6-FF2F-C2FD8D019746}"/>
              </a:ext>
            </a:extLst>
          </p:cNvPr>
          <p:cNvSpPr>
            <a:spLocks noGrp="1"/>
          </p:cNvSpPr>
          <p:nvPr>
            <p:ph type="ftr" sz="quarter" idx="11"/>
          </p:nvPr>
        </p:nvSpPr>
        <p:spPr>
          <a:xfrm>
            <a:off x="838200" y="6356350"/>
            <a:ext cx="5960951" cy="365125"/>
          </a:xfrm>
          <a:noFill/>
        </p:spPr>
        <p:txBody>
          <a:bodyPr vert="horz" lIns="91440" tIns="45720" rIns="91440" bIns="45720" rtlCol="0" anchor="ctr">
            <a:normAutofit/>
          </a:bodyPr>
          <a:lstStyle/>
          <a:p>
            <a:pPr algn="l">
              <a:spcAft>
                <a:spcPts val="600"/>
              </a:spcAft>
            </a:pPr>
            <a:r>
              <a:rPr lang="en-US" sz="1200" kern="1200">
                <a:solidFill>
                  <a:schemeClr val="tx1">
                    <a:tint val="75000"/>
                  </a:schemeClr>
                </a:solidFill>
                <a:latin typeface="+mn-lt"/>
                <a:ea typeface="+mn-ea"/>
                <a:cs typeface="+mn-cs"/>
              </a:rPr>
              <a:t>CONFIDENTIAL &amp; PROPRIETARY</a:t>
            </a:r>
          </a:p>
        </p:txBody>
      </p:sp>
      <p:sp>
        <p:nvSpPr>
          <p:cNvPr id="5" name="Slide Number Placeholder 4">
            <a:extLst>
              <a:ext uri="{FF2B5EF4-FFF2-40B4-BE49-F238E27FC236}">
                <a16:creationId xmlns:a16="http://schemas.microsoft.com/office/drawing/2014/main" id="{7036E234-6E1F-07BA-9B80-DFA508659CD6}"/>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93C6B93B-5745-42D8-B6E2-663B928A41E8}" type="slidenum">
              <a:rPr lang="en-US" sz="1200">
                <a:latin typeface="+mn-lt"/>
              </a:rPr>
              <a:pPr algn="l">
                <a:spcAft>
                  <a:spcPts val="600"/>
                </a:spcAft>
              </a:pPr>
              <a:t>7</a:t>
            </a:fld>
            <a:endParaRPr lang="en-US" sz="1200">
              <a:latin typeface="+mn-lt"/>
            </a:endParaRPr>
          </a:p>
        </p:txBody>
      </p:sp>
      <p:pic>
        <p:nvPicPr>
          <p:cNvPr id="2" name="Picture 1">
            <a:extLst>
              <a:ext uri="{FF2B5EF4-FFF2-40B4-BE49-F238E27FC236}">
                <a16:creationId xmlns:a16="http://schemas.microsoft.com/office/drawing/2014/main" id="{73DCA538-159F-B1E0-F37E-B48D419EEC15}"/>
              </a:ext>
            </a:extLst>
          </p:cNvPr>
          <p:cNvPicPr>
            <a:picLocks noChangeAspect="1"/>
          </p:cNvPicPr>
          <p:nvPr/>
        </p:nvPicPr>
        <p:blipFill>
          <a:blip r:embed="rId2"/>
          <a:stretch>
            <a:fillRect/>
          </a:stretch>
        </p:blipFill>
        <p:spPr>
          <a:xfrm>
            <a:off x="4419602" y="57750"/>
            <a:ext cx="7772400" cy="6685351"/>
          </a:xfrm>
          <a:prstGeom prst="rect">
            <a:avLst/>
          </a:prstGeom>
        </p:spPr>
      </p:pic>
    </p:spTree>
    <p:extLst>
      <p:ext uri="{BB962C8B-B14F-4D97-AF65-F5344CB8AC3E}">
        <p14:creationId xmlns:p14="http://schemas.microsoft.com/office/powerpoint/2010/main" val="2400422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58205B-2B47-BF04-529B-62A316C03065}"/>
            </a:ext>
          </a:extLst>
        </p:cNvPr>
        <p:cNvGrpSpPr/>
        <p:nvPr/>
      </p:nvGrpSpPr>
      <p:grpSpPr>
        <a:xfrm>
          <a:off x="0" y="0"/>
          <a:ext cx="0" cy="0"/>
          <a:chOff x="0" y="0"/>
          <a:chExt cx="0" cy="0"/>
        </a:xfrm>
      </p:grpSpPr>
      <p:sp>
        <p:nvSpPr>
          <p:cNvPr id="33" name="Flowchart: Document 32">
            <a:extLst>
              <a:ext uri="{FF2B5EF4-FFF2-40B4-BE49-F238E27FC236}">
                <a16:creationId xmlns:a16="http://schemas.microsoft.com/office/drawing/2014/main" id="{5488BB6D-FFCD-6B6F-2A21-A1D620B5F4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9FA5795E-9CF9-88B4-C60E-F7669CF9B20E}"/>
              </a:ext>
            </a:extLst>
          </p:cNvPr>
          <p:cNvSpPr>
            <a:spLocks noGrp="1"/>
          </p:cNvSpPr>
          <p:nvPr/>
        </p:nvSpPr>
        <p:spPr>
          <a:xfrm>
            <a:off x="838200" y="171162"/>
            <a:ext cx="2840182" cy="23711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spc="100" baseline="0">
                <a:gradFill>
                  <a:gsLst>
                    <a:gs pos="100000">
                      <a:schemeClr val="accent1"/>
                    </a:gs>
                    <a:gs pos="0">
                      <a:schemeClr val="accent3"/>
                    </a:gs>
                  </a:gsLst>
                  <a:path path="circle">
                    <a:fillToRect l="100000" b="100000"/>
                  </a:path>
                </a:gradFill>
                <a:latin typeface="+mj-lt"/>
                <a:ea typeface="+mj-ea"/>
                <a:cs typeface="+mj-cs"/>
              </a:defRPr>
            </a:lvl1pPr>
          </a:lstStyle>
          <a:p>
            <a:pPr>
              <a:spcAft>
                <a:spcPts val="600"/>
              </a:spcAft>
            </a:pPr>
            <a:r>
              <a:rPr lang="en-US" sz="3200" kern="1200" dirty="0">
                <a:solidFill>
                  <a:srgbClr val="FFFFFF"/>
                </a:solidFill>
                <a:latin typeface="+mj-lt"/>
                <a:ea typeface="+mj-ea"/>
                <a:cs typeface="+mj-cs"/>
              </a:rPr>
              <a:t>Outcome Validation</a:t>
            </a:r>
          </a:p>
        </p:txBody>
      </p:sp>
      <p:sp>
        <p:nvSpPr>
          <p:cNvPr id="15" name="Footer Placeholder 4">
            <a:extLst>
              <a:ext uri="{FF2B5EF4-FFF2-40B4-BE49-F238E27FC236}">
                <a16:creationId xmlns:a16="http://schemas.microsoft.com/office/drawing/2014/main" id="{BDF1EBC4-6249-4D3F-B784-69D085FC3546}"/>
              </a:ext>
            </a:extLst>
          </p:cNvPr>
          <p:cNvSpPr>
            <a:spLocks noGrp="1"/>
          </p:cNvSpPr>
          <p:nvPr>
            <p:ph type="ftr" sz="quarter" idx="11"/>
          </p:nvPr>
        </p:nvSpPr>
        <p:spPr>
          <a:xfrm>
            <a:off x="838200" y="6356350"/>
            <a:ext cx="5960951" cy="365125"/>
          </a:xfrm>
          <a:noFill/>
        </p:spPr>
        <p:txBody>
          <a:bodyPr vert="horz" lIns="91440" tIns="45720" rIns="91440" bIns="45720" rtlCol="0" anchor="ctr">
            <a:normAutofit/>
          </a:bodyPr>
          <a:lstStyle/>
          <a:p>
            <a:pPr algn="l">
              <a:spcAft>
                <a:spcPts val="600"/>
              </a:spcAft>
            </a:pPr>
            <a:r>
              <a:rPr lang="en-US" sz="1200" kern="1200">
                <a:solidFill>
                  <a:schemeClr val="tx1">
                    <a:tint val="75000"/>
                  </a:schemeClr>
                </a:solidFill>
                <a:latin typeface="+mn-lt"/>
                <a:ea typeface="+mn-ea"/>
                <a:cs typeface="+mn-cs"/>
              </a:rPr>
              <a:t>CONFIDENTIAL &amp; PROPRIETARY</a:t>
            </a:r>
          </a:p>
        </p:txBody>
      </p:sp>
      <p:sp>
        <p:nvSpPr>
          <p:cNvPr id="5" name="Slide Number Placeholder 4">
            <a:extLst>
              <a:ext uri="{FF2B5EF4-FFF2-40B4-BE49-F238E27FC236}">
                <a16:creationId xmlns:a16="http://schemas.microsoft.com/office/drawing/2014/main" id="{AC0FDA53-A676-E7C5-7E29-4606127F407A}"/>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93C6B93B-5745-42D8-B6E2-663B928A41E8}" type="slidenum">
              <a:rPr lang="en-US" sz="1200">
                <a:latin typeface="+mn-lt"/>
              </a:rPr>
              <a:pPr algn="l">
                <a:spcAft>
                  <a:spcPts val="600"/>
                </a:spcAft>
              </a:pPr>
              <a:t>8</a:t>
            </a:fld>
            <a:endParaRPr lang="en-US" sz="1200">
              <a:latin typeface="+mn-lt"/>
            </a:endParaRPr>
          </a:p>
        </p:txBody>
      </p:sp>
      <p:pic>
        <p:nvPicPr>
          <p:cNvPr id="2" name="Picture 1">
            <a:extLst>
              <a:ext uri="{FF2B5EF4-FFF2-40B4-BE49-F238E27FC236}">
                <a16:creationId xmlns:a16="http://schemas.microsoft.com/office/drawing/2014/main" id="{46879BF1-EE37-F900-B7E8-F00C5FB13955}"/>
              </a:ext>
            </a:extLst>
          </p:cNvPr>
          <p:cNvPicPr>
            <a:picLocks noChangeAspect="1"/>
          </p:cNvPicPr>
          <p:nvPr/>
        </p:nvPicPr>
        <p:blipFill>
          <a:blip r:embed="rId2"/>
          <a:stretch>
            <a:fillRect/>
          </a:stretch>
        </p:blipFill>
        <p:spPr>
          <a:xfrm>
            <a:off x="4949371" y="5124"/>
            <a:ext cx="6602548" cy="6881774"/>
          </a:xfrm>
          <a:prstGeom prst="rect">
            <a:avLst/>
          </a:prstGeom>
        </p:spPr>
      </p:pic>
    </p:spTree>
    <p:extLst>
      <p:ext uri="{BB962C8B-B14F-4D97-AF65-F5344CB8AC3E}">
        <p14:creationId xmlns:p14="http://schemas.microsoft.com/office/powerpoint/2010/main" val="19971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05846A-08B2-CAC0-2A44-930A262EA60F}"/>
            </a:ext>
          </a:extLst>
        </p:cNvPr>
        <p:cNvGrpSpPr/>
        <p:nvPr/>
      </p:nvGrpSpPr>
      <p:grpSpPr>
        <a:xfrm>
          <a:off x="0" y="0"/>
          <a:ext cx="0" cy="0"/>
          <a:chOff x="0" y="0"/>
          <a:chExt cx="0" cy="0"/>
        </a:xfrm>
      </p:grpSpPr>
      <p:sp>
        <p:nvSpPr>
          <p:cNvPr id="33" name="Flowchart: Document 32">
            <a:extLst>
              <a:ext uri="{FF2B5EF4-FFF2-40B4-BE49-F238E27FC236}">
                <a16:creationId xmlns:a16="http://schemas.microsoft.com/office/drawing/2014/main" id="{01E8A337-D370-01EA-5AF4-8B420C2404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C7376FB4-56F8-1CA7-1B77-953F40F486CA}"/>
              </a:ext>
            </a:extLst>
          </p:cNvPr>
          <p:cNvSpPr>
            <a:spLocks noGrp="1"/>
          </p:cNvSpPr>
          <p:nvPr/>
        </p:nvSpPr>
        <p:spPr>
          <a:xfrm>
            <a:off x="838200" y="171162"/>
            <a:ext cx="2840182" cy="23711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spc="100" baseline="0">
                <a:gradFill>
                  <a:gsLst>
                    <a:gs pos="100000">
                      <a:schemeClr val="accent1"/>
                    </a:gs>
                    <a:gs pos="0">
                      <a:schemeClr val="accent3"/>
                    </a:gs>
                  </a:gsLst>
                  <a:path path="circle">
                    <a:fillToRect l="100000" b="100000"/>
                  </a:path>
                </a:gradFill>
                <a:latin typeface="+mj-lt"/>
                <a:ea typeface="+mj-ea"/>
                <a:cs typeface="+mj-cs"/>
              </a:defRPr>
            </a:lvl1pPr>
          </a:lstStyle>
          <a:p>
            <a:pPr>
              <a:spcAft>
                <a:spcPts val="600"/>
              </a:spcAft>
            </a:pPr>
            <a:r>
              <a:rPr lang="en-US" sz="3200" kern="1200" dirty="0">
                <a:solidFill>
                  <a:srgbClr val="FFFFFF"/>
                </a:solidFill>
                <a:latin typeface="+mj-lt"/>
                <a:ea typeface="+mj-ea"/>
                <a:cs typeface="+mj-cs"/>
              </a:rPr>
              <a:t>Procedure Monitoring</a:t>
            </a:r>
          </a:p>
        </p:txBody>
      </p:sp>
      <p:sp>
        <p:nvSpPr>
          <p:cNvPr id="15" name="Footer Placeholder 4">
            <a:extLst>
              <a:ext uri="{FF2B5EF4-FFF2-40B4-BE49-F238E27FC236}">
                <a16:creationId xmlns:a16="http://schemas.microsoft.com/office/drawing/2014/main" id="{AF779EFD-259E-A6CA-32E9-2E2745E3B2FB}"/>
              </a:ext>
            </a:extLst>
          </p:cNvPr>
          <p:cNvSpPr>
            <a:spLocks noGrp="1"/>
          </p:cNvSpPr>
          <p:nvPr>
            <p:ph type="ftr" sz="quarter" idx="11"/>
          </p:nvPr>
        </p:nvSpPr>
        <p:spPr>
          <a:xfrm>
            <a:off x="838200" y="6356350"/>
            <a:ext cx="5960951" cy="365125"/>
          </a:xfrm>
          <a:noFill/>
        </p:spPr>
        <p:txBody>
          <a:bodyPr vert="horz" lIns="91440" tIns="45720" rIns="91440" bIns="45720" rtlCol="0" anchor="ctr">
            <a:normAutofit/>
          </a:bodyPr>
          <a:lstStyle/>
          <a:p>
            <a:pPr algn="l">
              <a:spcAft>
                <a:spcPts val="600"/>
              </a:spcAft>
            </a:pPr>
            <a:r>
              <a:rPr lang="en-US" sz="1200" kern="1200">
                <a:solidFill>
                  <a:schemeClr val="tx1">
                    <a:tint val="75000"/>
                  </a:schemeClr>
                </a:solidFill>
                <a:latin typeface="+mn-lt"/>
                <a:ea typeface="+mn-ea"/>
                <a:cs typeface="+mn-cs"/>
              </a:rPr>
              <a:t>CONFIDENTIAL &amp; PROPRIETARY</a:t>
            </a:r>
          </a:p>
        </p:txBody>
      </p:sp>
      <p:sp>
        <p:nvSpPr>
          <p:cNvPr id="5" name="Slide Number Placeholder 4">
            <a:extLst>
              <a:ext uri="{FF2B5EF4-FFF2-40B4-BE49-F238E27FC236}">
                <a16:creationId xmlns:a16="http://schemas.microsoft.com/office/drawing/2014/main" id="{6A190489-D050-DC63-A55B-C5FF685E9702}"/>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93C6B93B-5745-42D8-B6E2-663B928A41E8}" type="slidenum">
              <a:rPr lang="en-US" sz="1200">
                <a:latin typeface="+mn-lt"/>
              </a:rPr>
              <a:pPr algn="l">
                <a:spcAft>
                  <a:spcPts val="600"/>
                </a:spcAft>
              </a:pPr>
              <a:t>9</a:t>
            </a:fld>
            <a:endParaRPr lang="en-US" sz="1200">
              <a:latin typeface="+mn-lt"/>
            </a:endParaRPr>
          </a:p>
        </p:txBody>
      </p:sp>
      <p:pic>
        <p:nvPicPr>
          <p:cNvPr id="3" name="Picture 2">
            <a:extLst>
              <a:ext uri="{FF2B5EF4-FFF2-40B4-BE49-F238E27FC236}">
                <a16:creationId xmlns:a16="http://schemas.microsoft.com/office/drawing/2014/main" id="{9A9FED92-5F17-D5A7-1C7F-0DA37420891B}"/>
              </a:ext>
            </a:extLst>
          </p:cNvPr>
          <p:cNvPicPr>
            <a:picLocks noChangeAspect="1"/>
          </p:cNvPicPr>
          <p:nvPr/>
        </p:nvPicPr>
        <p:blipFill>
          <a:blip r:embed="rId2"/>
          <a:stretch>
            <a:fillRect/>
          </a:stretch>
        </p:blipFill>
        <p:spPr>
          <a:xfrm>
            <a:off x="5288372" y="0"/>
            <a:ext cx="5742485" cy="6858000"/>
          </a:xfrm>
          <a:prstGeom prst="rect">
            <a:avLst/>
          </a:prstGeom>
        </p:spPr>
      </p:pic>
    </p:spTree>
    <p:extLst>
      <p:ext uri="{BB962C8B-B14F-4D97-AF65-F5344CB8AC3E}">
        <p14:creationId xmlns:p14="http://schemas.microsoft.com/office/powerpoint/2010/main" val="819749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FDC402-493D-0EFF-42EE-A697C425308B}"/>
            </a:ext>
          </a:extLst>
        </p:cNvPr>
        <p:cNvGrpSpPr/>
        <p:nvPr/>
      </p:nvGrpSpPr>
      <p:grpSpPr>
        <a:xfrm>
          <a:off x="0" y="0"/>
          <a:ext cx="0" cy="0"/>
          <a:chOff x="0" y="0"/>
          <a:chExt cx="0" cy="0"/>
        </a:xfrm>
      </p:grpSpPr>
      <p:sp>
        <p:nvSpPr>
          <p:cNvPr id="33" name="Flowchart: Document 32">
            <a:extLst>
              <a:ext uri="{FF2B5EF4-FFF2-40B4-BE49-F238E27FC236}">
                <a16:creationId xmlns:a16="http://schemas.microsoft.com/office/drawing/2014/main" id="{42984DE5-6E70-88A6-4FA0-B8E7C1F96F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17C0F904-3442-5CD0-39D2-DDF2F4EEE562}"/>
              </a:ext>
            </a:extLst>
          </p:cNvPr>
          <p:cNvSpPr>
            <a:spLocks noGrp="1"/>
          </p:cNvSpPr>
          <p:nvPr/>
        </p:nvSpPr>
        <p:spPr>
          <a:xfrm>
            <a:off x="838200" y="171162"/>
            <a:ext cx="2840182" cy="23711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spc="100" baseline="0">
                <a:gradFill>
                  <a:gsLst>
                    <a:gs pos="100000">
                      <a:schemeClr val="accent1"/>
                    </a:gs>
                    <a:gs pos="0">
                      <a:schemeClr val="accent3"/>
                    </a:gs>
                  </a:gsLst>
                  <a:path path="circle">
                    <a:fillToRect l="100000" b="100000"/>
                  </a:path>
                </a:gradFill>
                <a:latin typeface="+mj-lt"/>
                <a:ea typeface="+mj-ea"/>
                <a:cs typeface="+mj-cs"/>
              </a:defRPr>
            </a:lvl1pPr>
          </a:lstStyle>
          <a:p>
            <a:pPr>
              <a:spcAft>
                <a:spcPts val="600"/>
              </a:spcAft>
            </a:pPr>
            <a:r>
              <a:rPr lang="en-US" sz="3200" kern="1200" dirty="0">
                <a:solidFill>
                  <a:srgbClr val="FFFFFF"/>
                </a:solidFill>
                <a:latin typeface="+mj-lt"/>
                <a:ea typeface="+mj-ea"/>
                <a:cs typeface="+mj-cs"/>
              </a:rPr>
              <a:t>FWA Reporting Dashboard</a:t>
            </a:r>
          </a:p>
        </p:txBody>
      </p:sp>
      <p:sp>
        <p:nvSpPr>
          <p:cNvPr id="15" name="Footer Placeholder 4">
            <a:extLst>
              <a:ext uri="{FF2B5EF4-FFF2-40B4-BE49-F238E27FC236}">
                <a16:creationId xmlns:a16="http://schemas.microsoft.com/office/drawing/2014/main" id="{5A625BC8-4316-A8FA-6431-49373C6C2814}"/>
              </a:ext>
            </a:extLst>
          </p:cNvPr>
          <p:cNvSpPr>
            <a:spLocks noGrp="1"/>
          </p:cNvSpPr>
          <p:nvPr>
            <p:ph type="ftr" sz="quarter" idx="11"/>
          </p:nvPr>
        </p:nvSpPr>
        <p:spPr>
          <a:xfrm>
            <a:off x="838200" y="6356350"/>
            <a:ext cx="5960951" cy="365125"/>
          </a:xfrm>
          <a:noFill/>
        </p:spPr>
        <p:txBody>
          <a:bodyPr vert="horz" lIns="91440" tIns="45720" rIns="91440" bIns="45720" rtlCol="0" anchor="ctr">
            <a:normAutofit/>
          </a:bodyPr>
          <a:lstStyle/>
          <a:p>
            <a:pPr algn="l">
              <a:spcAft>
                <a:spcPts val="600"/>
              </a:spcAft>
            </a:pPr>
            <a:r>
              <a:rPr lang="en-US" sz="1200" kern="1200">
                <a:solidFill>
                  <a:schemeClr val="tx1">
                    <a:tint val="75000"/>
                  </a:schemeClr>
                </a:solidFill>
                <a:latin typeface="+mn-lt"/>
                <a:ea typeface="+mn-ea"/>
                <a:cs typeface="+mn-cs"/>
              </a:rPr>
              <a:t>CONFIDENTIAL &amp; PROPRIETARY</a:t>
            </a:r>
          </a:p>
        </p:txBody>
      </p:sp>
      <p:sp>
        <p:nvSpPr>
          <p:cNvPr id="5" name="Slide Number Placeholder 4">
            <a:extLst>
              <a:ext uri="{FF2B5EF4-FFF2-40B4-BE49-F238E27FC236}">
                <a16:creationId xmlns:a16="http://schemas.microsoft.com/office/drawing/2014/main" id="{D6992A3B-FE2D-3F8D-3187-B119150F52D8}"/>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93C6B93B-5745-42D8-B6E2-663B928A41E8}" type="slidenum">
              <a:rPr lang="en-US" sz="1200">
                <a:latin typeface="+mn-lt"/>
              </a:rPr>
              <a:pPr algn="l">
                <a:spcAft>
                  <a:spcPts val="600"/>
                </a:spcAft>
              </a:pPr>
              <a:t>10</a:t>
            </a:fld>
            <a:endParaRPr lang="en-US" sz="1200">
              <a:latin typeface="+mn-lt"/>
            </a:endParaRPr>
          </a:p>
        </p:txBody>
      </p:sp>
      <p:pic>
        <p:nvPicPr>
          <p:cNvPr id="2" name="Picture 1">
            <a:extLst>
              <a:ext uri="{FF2B5EF4-FFF2-40B4-BE49-F238E27FC236}">
                <a16:creationId xmlns:a16="http://schemas.microsoft.com/office/drawing/2014/main" id="{266357C6-4F2C-317A-51E8-62024F4F958C}"/>
              </a:ext>
            </a:extLst>
          </p:cNvPr>
          <p:cNvPicPr>
            <a:picLocks noChangeAspect="1"/>
          </p:cNvPicPr>
          <p:nvPr/>
        </p:nvPicPr>
        <p:blipFill>
          <a:blip r:embed="rId3"/>
          <a:stretch>
            <a:fillRect/>
          </a:stretch>
        </p:blipFill>
        <p:spPr>
          <a:xfrm>
            <a:off x="3955990" y="628651"/>
            <a:ext cx="8157649" cy="5543550"/>
          </a:xfrm>
          <a:prstGeom prst="rect">
            <a:avLst/>
          </a:prstGeom>
        </p:spPr>
      </p:pic>
    </p:spTree>
    <p:extLst>
      <p:ext uri="{BB962C8B-B14F-4D97-AF65-F5344CB8AC3E}">
        <p14:creationId xmlns:p14="http://schemas.microsoft.com/office/powerpoint/2010/main" val="3820543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5ADBC6-C430-C96F-9E93-A0A2F652E293}"/>
            </a:ext>
          </a:extLst>
        </p:cNvPr>
        <p:cNvGrpSpPr/>
        <p:nvPr/>
      </p:nvGrpSpPr>
      <p:grpSpPr>
        <a:xfrm>
          <a:off x="0" y="0"/>
          <a:ext cx="0" cy="0"/>
          <a:chOff x="0" y="0"/>
          <a:chExt cx="0" cy="0"/>
        </a:xfrm>
      </p:grpSpPr>
      <p:sp>
        <p:nvSpPr>
          <p:cNvPr id="33" name="Flowchart: Document 32">
            <a:extLst>
              <a:ext uri="{FF2B5EF4-FFF2-40B4-BE49-F238E27FC236}">
                <a16:creationId xmlns:a16="http://schemas.microsoft.com/office/drawing/2014/main" id="{41B81B10-10E8-7B70-5967-CB64FFA6F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13C61A6C-4DD5-5191-4678-CEDAA0524CC5}"/>
              </a:ext>
            </a:extLst>
          </p:cNvPr>
          <p:cNvSpPr>
            <a:spLocks noGrp="1"/>
          </p:cNvSpPr>
          <p:nvPr/>
        </p:nvSpPr>
        <p:spPr>
          <a:xfrm>
            <a:off x="838200" y="171162"/>
            <a:ext cx="2840182" cy="23711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spc="100" baseline="0">
                <a:gradFill>
                  <a:gsLst>
                    <a:gs pos="100000">
                      <a:schemeClr val="accent1"/>
                    </a:gs>
                    <a:gs pos="0">
                      <a:schemeClr val="accent3"/>
                    </a:gs>
                  </a:gsLst>
                  <a:path path="circle">
                    <a:fillToRect l="100000" b="100000"/>
                  </a:path>
                </a:gradFill>
                <a:latin typeface="+mj-lt"/>
                <a:ea typeface="+mj-ea"/>
                <a:cs typeface="+mj-cs"/>
              </a:defRPr>
            </a:lvl1pPr>
          </a:lstStyle>
          <a:p>
            <a:pPr>
              <a:spcAft>
                <a:spcPts val="600"/>
              </a:spcAft>
            </a:pPr>
            <a:r>
              <a:rPr lang="en-US" sz="3200" kern="1200" dirty="0">
                <a:solidFill>
                  <a:srgbClr val="FFFFFF"/>
                </a:solidFill>
                <a:latin typeface="+mj-lt"/>
                <a:ea typeface="+mj-ea"/>
                <a:cs typeface="+mj-cs"/>
              </a:rPr>
              <a:t>FWA Reporting Dashboard 2</a:t>
            </a:r>
          </a:p>
        </p:txBody>
      </p:sp>
      <p:sp>
        <p:nvSpPr>
          <p:cNvPr id="15" name="Footer Placeholder 4">
            <a:extLst>
              <a:ext uri="{FF2B5EF4-FFF2-40B4-BE49-F238E27FC236}">
                <a16:creationId xmlns:a16="http://schemas.microsoft.com/office/drawing/2014/main" id="{077C4DBC-79E0-4041-0596-788C80776E3E}"/>
              </a:ext>
            </a:extLst>
          </p:cNvPr>
          <p:cNvSpPr>
            <a:spLocks noGrp="1"/>
          </p:cNvSpPr>
          <p:nvPr>
            <p:ph type="ftr" sz="quarter" idx="11"/>
          </p:nvPr>
        </p:nvSpPr>
        <p:spPr>
          <a:xfrm>
            <a:off x="838200" y="6356350"/>
            <a:ext cx="5960951" cy="365125"/>
          </a:xfrm>
          <a:noFill/>
        </p:spPr>
        <p:txBody>
          <a:bodyPr vert="horz" lIns="91440" tIns="45720" rIns="91440" bIns="45720" rtlCol="0" anchor="ctr">
            <a:normAutofit/>
          </a:bodyPr>
          <a:lstStyle/>
          <a:p>
            <a:pPr algn="l">
              <a:spcAft>
                <a:spcPts val="600"/>
              </a:spcAft>
            </a:pPr>
            <a:r>
              <a:rPr lang="en-US" sz="1200" kern="1200">
                <a:solidFill>
                  <a:schemeClr val="tx1">
                    <a:tint val="75000"/>
                  </a:schemeClr>
                </a:solidFill>
                <a:latin typeface="+mn-lt"/>
                <a:ea typeface="+mn-ea"/>
                <a:cs typeface="+mn-cs"/>
              </a:rPr>
              <a:t>CONFIDENTIAL &amp; PROPRIETARY</a:t>
            </a:r>
          </a:p>
        </p:txBody>
      </p:sp>
      <p:sp>
        <p:nvSpPr>
          <p:cNvPr id="5" name="Slide Number Placeholder 4">
            <a:extLst>
              <a:ext uri="{FF2B5EF4-FFF2-40B4-BE49-F238E27FC236}">
                <a16:creationId xmlns:a16="http://schemas.microsoft.com/office/drawing/2014/main" id="{BE5A02A5-F9DA-F029-667F-C9BA4AD89FFA}"/>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93C6B93B-5745-42D8-B6E2-663B928A41E8}" type="slidenum">
              <a:rPr lang="en-US" sz="1200">
                <a:latin typeface="+mn-lt"/>
              </a:rPr>
              <a:pPr algn="l">
                <a:spcAft>
                  <a:spcPts val="600"/>
                </a:spcAft>
              </a:pPr>
              <a:t>11</a:t>
            </a:fld>
            <a:endParaRPr lang="en-US" sz="1200">
              <a:latin typeface="+mn-lt"/>
            </a:endParaRPr>
          </a:p>
        </p:txBody>
      </p:sp>
      <p:pic>
        <p:nvPicPr>
          <p:cNvPr id="3" name="Picture 2">
            <a:extLst>
              <a:ext uri="{FF2B5EF4-FFF2-40B4-BE49-F238E27FC236}">
                <a16:creationId xmlns:a16="http://schemas.microsoft.com/office/drawing/2014/main" id="{AD4AF826-3B78-3BEA-CE66-2E30B250F758}"/>
              </a:ext>
            </a:extLst>
          </p:cNvPr>
          <p:cNvPicPr>
            <a:picLocks noChangeAspect="1"/>
          </p:cNvPicPr>
          <p:nvPr/>
        </p:nvPicPr>
        <p:blipFill>
          <a:blip r:embed="rId3"/>
          <a:stretch>
            <a:fillRect/>
          </a:stretch>
        </p:blipFill>
        <p:spPr>
          <a:xfrm>
            <a:off x="4086225" y="254410"/>
            <a:ext cx="7772400" cy="6101940"/>
          </a:xfrm>
          <a:prstGeom prst="rect">
            <a:avLst/>
          </a:prstGeom>
        </p:spPr>
      </p:pic>
    </p:spTree>
    <p:extLst>
      <p:ext uri="{BB962C8B-B14F-4D97-AF65-F5344CB8AC3E}">
        <p14:creationId xmlns:p14="http://schemas.microsoft.com/office/powerpoint/2010/main" val="2766352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0C8BF4-974D-9F17-3508-289FCC33EC07}"/>
            </a:ext>
          </a:extLst>
        </p:cNvPr>
        <p:cNvGrpSpPr/>
        <p:nvPr/>
      </p:nvGrpSpPr>
      <p:grpSpPr>
        <a:xfrm>
          <a:off x="0" y="0"/>
          <a:ext cx="0" cy="0"/>
          <a:chOff x="0" y="0"/>
          <a:chExt cx="0" cy="0"/>
        </a:xfrm>
      </p:grpSpPr>
      <p:sp>
        <p:nvSpPr>
          <p:cNvPr id="33" name="Flowchart: Document 32">
            <a:extLst>
              <a:ext uri="{FF2B5EF4-FFF2-40B4-BE49-F238E27FC236}">
                <a16:creationId xmlns:a16="http://schemas.microsoft.com/office/drawing/2014/main" id="{C7976BB6-0194-AD2B-5EFE-7CCEDCCAF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ED56C072-E941-3390-4D86-31518FCF9F84}"/>
              </a:ext>
            </a:extLst>
          </p:cNvPr>
          <p:cNvSpPr>
            <a:spLocks noGrp="1"/>
          </p:cNvSpPr>
          <p:nvPr/>
        </p:nvSpPr>
        <p:spPr>
          <a:xfrm>
            <a:off x="838200" y="171162"/>
            <a:ext cx="2840182" cy="23711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spc="100" baseline="0">
                <a:gradFill>
                  <a:gsLst>
                    <a:gs pos="100000">
                      <a:schemeClr val="accent1"/>
                    </a:gs>
                    <a:gs pos="0">
                      <a:schemeClr val="accent3"/>
                    </a:gs>
                  </a:gsLst>
                  <a:path path="circle">
                    <a:fillToRect l="100000" b="100000"/>
                  </a:path>
                </a:gradFill>
                <a:latin typeface="+mj-lt"/>
                <a:ea typeface="+mj-ea"/>
                <a:cs typeface="+mj-cs"/>
              </a:defRPr>
            </a:lvl1pPr>
          </a:lstStyle>
          <a:p>
            <a:pPr>
              <a:spcAft>
                <a:spcPts val="600"/>
              </a:spcAft>
            </a:pPr>
            <a:r>
              <a:rPr lang="en-US" sz="3200" kern="1200" dirty="0">
                <a:solidFill>
                  <a:srgbClr val="FFFFFF"/>
                </a:solidFill>
                <a:latin typeface="+mj-lt"/>
                <a:ea typeface="+mj-ea"/>
                <a:cs typeface="+mj-cs"/>
              </a:rPr>
              <a:t>PROMs Dashboard</a:t>
            </a:r>
          </a:p>
        </p:txBody>
      </p:sp>
      <p:sp>
        <p:nvSpPr>
          <p:cNvPr id="15" name="Footer Placeholder 4">
            <a:extLst>
              <a:ext uri="{FF2B5EF4-FFF2-40B4-BE49-F238E27FC236}">
                <a16:creationId xmlns:a16="http://schemas.microsoft.com/office/drawing/2014/main" id="{365A8B8E-BEA5-05E3-9D7F-0379DC7B9696}"/>
              </a:ext>
            </a:extLst>
          </p:cNvPr>
          <p:cNvSpPr>
            <a:spLocks noGrp="1"/>
          </p:cNvSpPr>
          <p:nvPr>
            <p:ph type="ftr" sz="quarter" idx="11"/>
          </p:nvPr>
        </p:nvSpPr>
        <p:spPr>
          <a:xfrm>
            <a:off x="838200" y="6356350"/>
            <a:ext cx="5960951" cy="365125"/>
          </a:xfrm>
          <a:noFill/>
        </p:spPr>
        <p:txBody>
          <a:bodyPr vert="horz" lIns="91440" tIns="45720" rIns="91440" bIns="45720" rtlCol="0" anchor="ctr">
            <a:normAutofit/>
          </a:bodyPr>
          <a:lstStyle/>
          <a:p>
            <a:pPr algn="l">
              <a:spcAft>
                <a:spcPts val="600"/>
              </a:spcAft>
            </a:pPr>
            <a:r>
              <a:rPr lang="en-US" sz="1200" kern="1200">
                <a:solidFill>
                  <a:schemeClr val="tx1">
                    <a:tint val="75000"/>
                  </a:schemeClr>
                </a:solidFill>
                <a:latin typeface="+mn-lt"/>
                <a:ea typeface="+mn-ea"/>
                <a:cs typeface="+mn-cs"/>
              </a:rPr>
              <a:t>CONFIDENTIAL &amp; PROPRIETARY</a:t>
            </a:r>
          </a:p>
        </p:txBody>
      </p:sp>
      <p:sp>
        <p:nvSpPr>
          <p:cNvPr id="5" name="Slide Number Placeholder 4">
            <a:extLst>
              <a:ext uri="{FF2B5EF4-FFF2-40B4-BE49-F238E27FC236}">
                <a16:creationId xmlns:a16="http://schemas.microsoft.com/office/drawing/2014/main" id="{DBBF6E99-9A76-3698-FFB5-4257D404EBA4}"/>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93C6B93B-5745-42D8-B6E2-663B928A41E8}" type="slidenum">
              <a:rPr lang="en-US" sz="1200">
                <a:latin typeface="+mn-lt"/>
              </a:rPr>
              <a:pPr algn="l">
                <a:spcAft>
                  <a:spcPts val="600"/>
                </a:spcAft>
              </a:pPr>
              <a:t>12</a:t>
            </a:fld>
            <a:endParaRPr lang="en-US" sz="1200">
              <a:latin typeface="+mn-lt"/>
            </a:endParaRPr>
          </a:p>
        </p:txBody>
      </p:sp>
      <p:pic>
        <p:nvPicPr>
          <p:cNvPr id="2" name="Picture 1">
            <a:extLst>
              <a:ext uri="{FF2B5EF4-FFF2-40B4-BE49-F238E27FC236}">
                <a16:creationId xmlns:a16="http://schemas.microsoft.com/office/drawing/2014/main" id="{44C11E2B-6579-DF9C-76BC-2F4EF55B100E}"/>
              </a:ext>
            </a:extLst>
          </p:cNvPr>
          <p:cNvPicPr>
            <a:picLocks noChangeAspect="1"/>
          </p:cNvPicPr>
          <p:nvPr/>
        </p:nvPicPr>
        <p:blipFill>
          <a:blip r:embed="rId3"/>
          <a:stretch>
            <a:fillRect/>
          </a:stretch>
        </p:blipFill>
        <p:spPr>
          <a:xfrm>
            <a:off x="3921694" y="537029"/>
            <a:ext cx="8270306" cy="5396157"/>
          </a:xfrm>
          <a:prstGeom prst="rect">
            <a:avLst/>
          </a:prstGeom>
        </p:spPr>
      </p:pic>
    </p:spTree>
    <p:extLst>
      <p:ext uri="{BB962C8B-B14F-4D97-AF65-F5344CB8AC3E}">
        <p14:creationId xmlns:p14="http://schemas.microsoft.com/office/powerpoint/2010/main" val="3553739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50828-4600-4D95-85DF-D3BBB618BCC1}"/>
              </a:ext>
            </a:extLst>
          </p:cNvPr>
          <p:cNvSpPr>
            <a:spLocks noGrp="1"/>
          </p:cNvSpPr>
          <p:nvPr>
            <p:ph type="title"/>
          </p:nvPr>
        </p:nvSpPr>
        <p:spPr/>
        <p:txBody>
          <a:bodyPr/>
          <a:lstStyle/>
          <a:p>
            <a:r>
              <a:rPr lang="en-US" dirty="0">
                <a:solidFill>
                  <a:schemeClr val="tx2">
                    <a:lumMod val="25000"/>
                    <a:lumOff val="75000"/>
                  </a:schemeClr>
                </a:solidFill>
              </a:rPr>
              <a:t>DISCLAIMER</a:t>
            </a:r>
          </a:p>
        </p:txBody>
      </p:sp>
      <p:sp>
        <p:nvSpPr>
          <p:cNvPr id="5" name="Content Placeholder 4">
            <a:extLst>
              <a:ext uri="{FF2B5EF4-FFF2-40B4-BE49-F238E27FC236}">
                <a16:creationId xmlns:a16="http://schemas.microsoft.com/office/drawing/2014/main" id="{6F96B9A2-5DD7-4A5B-BBD6-7F88EB550B8D}"/>
              </a:ext>
            </a:extLst>
          </p:cNvPr>
          <p:cNvSpPr>
            <a:spLocks noGrp="1"/>
          </p:cNvSpPr>
          <p:nvPr>
            <p:ph idx="1"/>
          </p:nvPr>
        </p:nvSpPr>
        <p:spPr>
          <a:xfrm>
            <a:off x="838200" y="1433739"/>
            <a:ext cx="10515600" cy="4684032"/>
          </a:xfrm>
        </p:spPr>
        <p:txBody>
          <a:bodyPr>
            <a:noAutofit/>
          </a:bodyPr>
          <a:lstStyle/>
          <a:p>
            <a:pPr marL="0" indent="0">
              <a:lnSpc>
                <a:spcPct val="125000"/>
              </a:lnSpc>
              <a:buNone/>
            </a:pPr>
            <a:r>
              <a:rPr lang="en-US" sz="1050" dirty="0">
                <a:solidFill>
                  <a:schemeClr val="tx2">
                    <a:lumMod val="75000"/>
                    <a:lumOff val="25000"/>
                  </a:schemeClr>
                </a:solidFill>
              </a:rPr>
              <a:t>The information in this document has been prepared </a:t>
            </a:r>
            <a:r>
              <a:rPr lang="en-US" sz="1050" b="1" dirty="0">
                <a:solidFill>
                  <a:schemeClr val="tx2">
                    <a:lumMod val="75000"/>
                    <a:lumOff val="25000"/>
                  </a:schemeClr>
                </a:solidFill>
              </a:rPr>
              <a:t>solely for informational purposes </a:t>
            </a:r>
            <a:r>
              <a:rPr lang="en-US" sz="1050" dirty="0">
                <a:solidFill>
                  <a:schemeClr val="tx2">
                    <a:lumMod val="75000"/>
                    <a:lumOff val="25000"/>
                  </a:schemeClr>
                </a:solidFill>
              </a:rPr>
              <a:t>and does not constitute an offer to sell or the solicitation of an offer to purchase any securities from any entities described herein.  No representation or warranty can be given with respect to the accuracy or completeness of the information herein, or with respect to the terms of any future offer of securities conforming to the terms hereof. </a:t>
            </a:r>
          </a:p>
          <a:p>
            <a:pPr marL="0" indent="0">
              <a:lnSpc>
                <a:spcPct val="125000"/>
              </a:lnSpc>
              <a:buNone/>
            </a:pPr>
            <a:r>
              <a:rPr lang="en-US" sz="1050" dirty="0">
                <a:solidFill>
                  <a:schemeClr val="tx2">
                    <a:lumMod val="75000"/>
                    <a:lumOff val="25000"/>
                  </a:schemeClr>
                </a:solidFill>
              </a:rPr>
              <a:t>This document is </a:t>
            </a:r>
            <a:r>
              <a:rPr lang="en-US" sz="1050" b="1" dirty="0">
                <a:solidFill>
                  <a:schemeClr val="tx2">
                    <a:lumMod val="75000"/>
                    <a:lumOff val="25000"/>
                  </a:schemeClr>
                </a:solidFill>
              </a:rPr>
              <a:t>confidential</a:t>
            </a:r>
            <a:r>
              <a:rPr lang="en-US" sz="1050" dirty="0">
                <a:solidFill>
                  <a:schemeClr val="tx2">
                    <a:lumMod val="75000"/>
                    <a:lumOff val="25000"/>
                  </a:schemeClr>
                </a:solidFill>
              </a:rPr>
              <a:t> and is intended solely for the information of the person to whom it has been delivered. It </a:t>
            </a:r>
            <a:r>
              <a:rPr lang="en-US" sz="1050" b="1" dirty="0">
                <a:solidFill>
                  <a:schemeClr val="tx2">
                    <a:lumMod val="75000"/>
                    <a:lumOff val="25000"/>
                  </a:schemeClr>
                </a:solidFill>
              </a:rPr>
              <a:t>may not be reproduced or distributed</a:t>
            </a:r>
            <a:r>
              <a:rPr lang="en-US" sz="1050" dirty="0">
                <a:solidFill>
                  <a:schemeClr val="tx2">
                    <a:lumMod val="75000"/>
                    <a:lumOff val="25000"/>
                  </a:schemeClr>
                </a:solidFill>
              </a:rPr>
              <a:t>, in whole or in part, by any means (including electronically), without the prior written consent of DigiPharm (the “Company”).  </a:t>
            </a:r>
          </a:p>
          <a:p>
            <a:pPr marL="0" indent="0">
              <a:lnSpc>
                <a:spcPct val="125000"/>
              </a:lnSpc>
              <a:buNone/>
            </a:pPr>
            <a:r>
              <a:rPr lang="en-US" sz="1050" dirty="0">
                <a:solidFill>
                  <a:schemeClr val="tx2">
                    <a:lumMod val="75000"/>
                    <a:lumOff val="25000"/>
                  </a:schemeClr>
                </a:solidFill>
              </a:rPr>
              <a:t>Nothing contained herein should be construed as tax, accounting or legal advice. Neither the Company nor any of its officers, directors, affiliates or representatives accept any responsibility for the tax treatment of any investment in the securities of the Company.  You should consult your own legal, accounting, and tax advisers to determine the consequences of an investment in the Company and to make an independent evaluation of such investment. The information contained herein contains forward-looking statements. These forward-looking statements are based on the Company’s current expectations, beliefs, projections, future plans and strategies, anticipated events or trends and similar expressions concerning matters that are not historical facts, as well as a number of assumptions concerning future events. These statements are subject to risks, uncertainties, assumptions and other important factors, many of which are outside the Company’s control, which could cause actual results to differ materially from the results discussed in the forward-looking statements. Actual results may vary materially from those expressed or implied, and there can be no assurance that estimated returns or projections will be realized or that actual returns will not be materially different than estimated herein. Accordingly, you are cautioned not to place undue reliance on such forward-looking statements or projections. You should conduct your own analysis, using such assumptions as you deem appropriate, and should fully consider other available information, including the information described in the Safe and in the Company’s business plan, in making a decision to invest. Past performance is not necessarily indicative of future results, and there is no assurance that the historic returns described herein will actually be achieved. Performance is dependent upon future events and may be significantly affected by changes in economic and other circumstances.  This presentation also contains estimates made by independent parties and by us relating to market size and growth and other industry data. These estimates involve a number of assumptions and limitations and you are cautioned not to give undue weight to such estimates.  All forward-looking statements are based on information available to the Company as of the date hereof and the Company assumes no obligation to, and expressly disclaims any obligation to, update or revise any forward-looking statements, whether as a result of new information, future events or otherwise.</a:t>
            </a:r>
          </a:p>
        </p:txBody>
      </p:sp>
    </p:spTree>
    <p:extLst>
      <p:ext uri="{BB962C8B-B14F-4D97-AF65-F5344CB8AC3E}">
        <p14:creationId xmlns:p14="http://schemas.microsoft.com/office/powerpoint/2010/main" val="157782875"/>
      </p:ext>
    </p:extLst>
  </p:cSld>
  <p:clrMapOvr>
    <a:masterClrMapping/>
  </p:clrMapOvr>
</p:sld>
</file>

<file path=ppt/theme/theme1.xml><?xml version="1.0" encoding="utf-8"?>
<a:theme xmlns:a="http://schemas.openxmlformats.org/drawingml/2006/main" name="Office Theme">
  <a:themeElements>
    <a:clrScheme name="Custom 3">
      <a:dk1>
        <a:srgbClr val="000000"/>
      </a:dk1>
      <a:lt1>
        <a:srgbClr val="FFFFFF"/>
      </a:lt1>
      <a:dk2>
        <a:srgbClr val="373545"/>
      </a:dk2>
      <a:lt2>
        <a:srgbClr val="CEDBE6"/>
      </a:lt2>
      <a:accent1>
        <a:srgbClr val="6426FB"/>
      </a:accent1>
      <a:accent2>
        <a:srgbClr val="3350FD"/>
      </a:accent2>
      <a:accent3>
        <a:srgbClr val="3350FE"/>
      </a:accent3>
      <a:accent4>
        <a:srgbClr val="00D2E2"/>
      </a:accent4>
      <a:accent5>
        <a:srgbClr val="00E2B7"/>
      </a:accent5>
      <a:accent6>
        <a:srgbClr val="0055D2"/>
      </a:accent6>
      <a:hlink>
        <a:srgbClr val="007DFA"/>
      </a:hlink>
      <a:folHlink>
        <a:srgbClr val="00E2B7"/>
      </a:folHlink>
    </a:clrScheme>
    <a:fontScheme name="Gitrack">
      <a:majorFont>
        <a:latin typeface="Metropolis"/>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10609</TotalTime>
  <Words>624</Words>
  <Application>Microsoft Macintosh PowerPoint</Application>
  <PresentationFormat>Widescreen</PresentationFormat>
  <Paragraphs>42</Paragraphs>
  <Slides>13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Metropolis</vt:lpstr>
      <vt:lpstr>Segoe UI</vt:lpstr>
      <vt:lpstr>Office Theme</vt:lpstr>
      <vt:lpstr>Reporting Outputs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DISCLAIMER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Vip Sitaraman</dc:creator>
  <cp:lastModifiedBy>Ahmed Abdulla</cp:lastModifiedBy>
  <cp:revision>92</cp:revision>
  <dcterms:created xsi:type="dcterms:W3CDTF">2020-03-04T22:01:20Z</dcterms:created>
  <dcterms:modified xsi:type="dcterms:W3CDTF">2025-05-27T11:07:34Z</dcterms:modified>
</cp:coreProperties>
</file>