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Longevity Benefit – MGA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Theeb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redefine healthcare in Saudi Arabia by shifting from reactive disease management to proactive longevity and healthspan optimization through an integrated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Rising chronic disease burden</a:t>
            </a:r>
          </a:p>
          <a:p>
            <a:r>
              <a:t>- Fragmented healthcare services</a:t>
            </a:r>
          </a:p>
          <a:p>
            <a:r>
              <a:t>- Lack of incentives for preventive care</a:t>
            </a:r>
          </a:p>
          <a:p>
            <a:r>
              <a:t>- Outdated insurance models that don’t reward healthy living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Medical General Agent (MGA) platform combining:</a:t>
            </a:r>
          </a:p>
          <a:p>
            <a:r>
              <a:t>- AI-powered primary care</a:t>
            </a:r>
          </a:p>
          <a:p>
            <a:r>
              <a:t>- Lifestyle &amp; wellness services</a:t>
            </a:r>
          </a:p>
          <a:p>
            <a:r>
              <a:t>- Real-time data monitoring</a:t>
            </a:r>
          </a:p>
          <a:p>
            <a:r>
              <a:t>- Crypto token incentives</a:t>
            </a:r>
          </a:p>
          <a:p>
            <a:r>
              <a:t>- Value-based contracts &amp; smart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Ecosystem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Calo (Nutrition)</a:t>
            </a:r>
          </a:p>
          <a:p>
            <a:r>
              <a:t>- PhysioTherabia (Rehab)</a:t>
            </a:r>
          </a:p>
          <a:p>
            <a:r>
              <a:t>- Fitness Time (Fitness)</a:t>
            </a:r>
          </a:p>
          <a:p>
            <a:r>
              <a:t>- Al Borg + Al Farabi (Diagnostics)</a:t>
            </a:r>
          </a:p>
          <a:p>
            <a:r>
              <a:t>- Zahra + United Pharmacy</a:t>
            </a:r>
          </a:p>
          <a:p>
            <a:r>
              <a:t>- Integrative Health Network</a:t>
            </a:r>
          </a:p>
          <a:p>
            <a:r>
              <a:t>- NextCare (TPA)</a:t>
            </a:r>
          </a:p>
          <a:p>
            <a:r>
              <a:t>- Allianz (Insurance)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Behavioral Twin Engine</a:t>
            </a:r>
          </a:p>
          <a:p>
            <a:r>
              <a:t>- Health Risk Dashboards</a:t>
            </a:r>
          </a:p>
          <a:p>
            <a:r>
              <a:t>- Unified Claims + EHR Integration</a:t>
            </a:r>
          </a:p>
          <a:p>
            <a:r>
              <a:t>- Smart Token Reward System</a:t>
            </a:r>
          </a:p>
          <a:p>
            <a:r>
              <a:t>- Personalized Longevity Pathways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&amp; Rewards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Earn tokens for activity, sleep, engagement</a:t>
            </a:r>
          </a:p>
          <a:p>
            <a:r>
              <a:t>- Redeem for health services</a:t>
            </a:r>
          </a:p>
          <a:p>
            <a:r>
              <a:t>- Blockchain smart contracts for security</a:t>
            </a:r>
          </a:p>
          <a:p>
            <a:r>
              <a:t>- Gamified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Sandbox Pilot (6–12 months)</a:t>
            </a:r>
          </a:p>
          <a:p>
            <a:r>
              <a:t>- Launch pilot with Allianz + NextCare</a:t>
            </a:r>
          </a:p>
          <a:p>
            <a:r>
              <a:t>- Track outcomes in corporate segment</a:t>
            </a:r>
          </a:p>
          <a:p/>
          <a:p>
            <a:r>
              <a:t>Phase 2: National Rollout</a:t>
            </a:r>
          </a:p>
          <a:p>
            <a:r>
              <a:t>- MGA licensing</a:t>
            </a:r>
          </a:p>
          <a:p>
            <a:r>
              <a:t>- Employer, retail, and public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Subscription &amp; employer-payer hybrid model</a:t>
            </a:r>
          </a:p>
          <a:p>
            <a:r>
              <a:t>- MGA fee per member</a:t>
            </a:r>
          </a:p>
          <a:p>
            <a:r>
              <a:t>- Upsell of digital and wellness services</a:t>
            </a:r>
          </a:p>
          <a:p>
            <a:r>
              <a:t>- Value-based gain-sharing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invite:</a:t>
            </a:r>
          </a:p>
          <a:p>
            <a:r>
              <a:t>- Regulators: to approve sandbox participation</a:t>
            </a:r>
          </a:p>
          <a:p>
            <a:r>
              <a:t>- Investors: to fund early operations &amp; growth</a:t>
            </a:r>
          </a:p>
          <a:p>
            <a:r>
              <a:t>- Employers: to offer longevity benefit to their workforce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Dr. Theeb Alkahtani, MD MBE</a:t>
            </a:r>
          </a:p>
          <a:p>
            <a:r>
              <a:t>Founder &amp; Chairman, Integrative Health LLC</a:t>
            </a:r>
          </a:p>
          <a:p>
            <a:r>
              <a:t>Email: theeb@integrative.sa</a:t>
            </a:r>
          </a:p>
          <a:p>
            <a:r>
              <a:t>Mobile: +966 500 520 242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